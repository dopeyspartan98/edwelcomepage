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12"/>
  </p:notesMasterIdLst>
  <p:handoutMasterIdLst>
    <p:handoutMasterId r:id="rId13"/>
  </p:handoutMasterIdLst>
  <p:sldIdLst>
    <p:sldId id="285" r:id="rId2"/>
    <p:sldId id="339" r:id="rId3"/>
    <p:sldId id="348" r:id="rId4"/>
    <p:sldId id="353" r:id="rId5"/>
    <p:sldId id="341" r:id="rId6"/>
    <p:sldId id="350" r:id="rId7"/>
    <p:sldId id="349" r:id="rId8"/>
    <p:sldId id="346" r:id="rId9"/>
    <p:sldId id="354" r:id="rId10"/>
    <p:sldId id="351" r:id="rId11"/>
  </p:sldIdLst>
  <p:sldSz cx="9144000" cy="6858000" type="screen4x3"/>
  <p:notesSz cx="6858000" cy="8924925"/>
  <p:defaultTextStyle>
    <a:defPPr>
      <a:defRPr lang="en-US"/>
    </a:defPPr>
    <a:lvl1pPr algn="l" rtl="0" eaLnBrk="0" fontAlgn="base" hangingPunct="0">
      <a:spcBef>
        <a:spcPct val="0"/>
      </a:spcBef>
      <a:spcAft>
        <a:spcPct val="0"/>
      </a:spcAft>
      <a:defRPr sz="2400" kern="1200">
        <a:solidFill>
          <a:srgbClr val="FF0000"/>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rgbClr val="FF0000"/>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rgbClr val="FF0000"/>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rgbClr val="FF0000"/>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rgbClr val="FF0000"/>
        </a:solidFill>
        <a:latin typeface="Times New Roman" panose="02020603050405020304" pitchFamily="18" charset="0"/>
        <a:ea typeface="+mn-ea"/>
        <a:cs typeface="+mn-cs"/>
      </a:defRPr>
    </a:lvl5pPr>
    <a:lvl6pPr marL="2286000" algn="l" defTabSz="914400" rtl="0" eaLnBrk="1" latinLnBrk="0" hangingPunct="1">
      <a:defRPr sz="2400" kern="1200">
        <a:solidFill>
          <a:srgbClr val="FF0000"/>
        </a:solidFill>
        <a:latin typeface="Times New Roman" panose="02020603050405020304" pitchFamily="18" charset="0"/>
        <a:ea typeface="+mn-ea"/>
        <a:cs typeface="+mn-cs"/>
      </a:defRPr>
    </a:lvl6pPr>
    <a:lvl7pPr marL="2743200" algn="l" defTabSz="914400" rtl="0" eaLnBrk="1" latinLnBrk="0" hangingPunct="1">
      <a:defRPr sz="2400" kern="1200">
        <a:solidFill>
          <a:srgbClr val="FF0000"/>
        </a:solidFill>
        <a:latin typeface="Times New Roman" panose="02020603050405020304" pitchFamily="18" charset="0"/>
        <a:ea typeface="+mn-ea"/>
        <a:cs typeface="+mn-cs"/>
      </a:defRPr>
    </a:lvl7pPr>
    <a:lvl8pPr marL="3200400" algn="l" defTabSz="914400" rtl="0" eaLnBrk="1" latinLnBrk="0" hangingPunct="1">
      <a:defRPr sz="2400" kern="1200">
        <a:solidFill>
          <a:srgbClr val="FF0000"/>
        </a:solidFill>
        <a:latin typeface="Times New Roman" panose="02020603050405020304" pitchFamily="18" charset="0"/>
        <a:ea typeface="+mn-ea"/>
        <a:cs typeface="+mn-cs"/>
      </a:defRPr>
    </a:lvl8pPr>
    <a:lvl9pPr marL="3657600" algn="l" defTabSz="914400" rtl="0" eaLnBrk="1" latinLnBrk="0" hangingPunct="1">
      <a:defRPr sz="2400" kern="1200">
        <a:solidFill>
          <a:srgbClr val="FF0000"/>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11">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6607"/>
    <a:srgbClr val="DDDDDD"/>
    <a:srgbClr val="3366FF"/>
    <a:srgbClr val="336699"/>
    <a:srgbClr val="FFFF00"/>
    <a:srgbClr val="0066FF"/>
    <a:srgbClr val="CC900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7683" autoAdjust="0"/>
  </p:normalViewPr>
  <p:slideViewPr>
    <p:cSldViewPr>
      <p:cViewPr varScale="1">
        <p:scale>
          <a:sx n="98" d="100"/>
          <a:sy n="98" d="100"/>
        </p:scale>
        <p:origin x="101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40" d="100"/>
          <a:sy n="40" d="100"/>
        </p:scale>
        <p:origin x="-1488" y="-96"/>
      </p:cViewPr>
      <p:guideLst>
        <p:guide orient="horz" pos="2811"/>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7350E43-FD85-FC35-4811-D27023AF4DFC}"/>
              </a:ext>
            </a:extLst>
          </p:cNvPr>
          <p:cNvSpPr>
            <a:spLocks noGrp="1" noChangeArrowheads="1"/>
          </p:cNvSpPr>
          <p:nvPr>
            <p:ph type="hdr" sz="quarter"/>
          </p:nvPr>
        </p:nvSpPr>
        <p:spPr bwMode="auto">
          <a:xfrm>
            <a:off x="0" y="0"/>
            <a:ext cx="2971800" cy="438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solidFill>
                  <a:srgbClr val="FFFF00"/>
                </a:solidFill>
                <a:effectLst>
                  <a:outerShdw blurRad="38100" dist="38100" dir="2700000" algn="tl">
                    <a:srgbClr val="C0C0C0"/>
                  </a:outerShdw>
                </a:effectLst>
              </a:defRPr>
            </a:lvl1pPr>
          </a:lstStyle>
          <a:p>
            <a:pPr>
              <a:defRPr/>
            </a:pPr>
            <a:endParaRPr lang="en-US"/>
          </a:p>
        </p:txBody>
      </p:sp>
      <p:sp>
        <p:nvSpPr>
          <p:cNvPr id="63491" name="Rectangle 3">
            <a:extLst>
              <a:ext uri="{FF2B5EF4-FFF2-40B4-BE49-F238E27FC236}">
                <a16:creationId xmlns:a16="http://schemas.microsoft.com/office/drawing/2014/main" id="{182CE350-DB2C-0595-CCE1-799CDDAFF06C}"/>
              </a:ext>
            </a:extLst>
          </p:cNvPr>
          <p:cNvSpPr>
            <a:spLocks noGrp="1" noChangeArrowheads="1"/>
          </p:cNvSpPr>
          <p:nvPr>
            <p:ph type="dt" sz="quarter" idx="1"/>
          </p:nvPr>
        </p:nvSpPr>
        <p:spPr bwMode="auto">
          <a:xfrm>
            <a:off x="3886200" y="0"/>
            <a:ext cx="2971800" cy="438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rgbClr val="FFFF00"/>
                </a:solidFill>
                <a:effectLst>
                  <a:outerShdw blurRad="38100" dist="38100" dir="2700000" algn="tl">
                    <a:srgbClr val="C0C0C0"/>
                  </a:outerShdw>
                </a:effectLst>
              </a:defRPr>
            </a:lvl1pPr>
          </a:lstStyle>
          <a:p>
            <a:pPr>
              <a:defRPr/>
            </a:pPr>
            <a:endParaRPr lang="en-US"/>
          </a:p>
        </p:txBody>
      </p:sp>
      <p:sp>
        <p:nvSpPr>
          <p:cNvPr id="63492" name="Rectangle 4">
            <a:extLst>
              <a:ext uri="{FF2B5EF4-FFF2-40B4-BE49-F238E27FC236}">
                <a16:creationId xmlns:a16="http://schemas.microsoft.com/office/drawing/2014/main" id="{BD1F55E2-7EBD-6879-FA20-9FBEB2CD21C7}"/>
              </a:ext>
            </a:extLst>
          </p:cNvPr>
          <p:cNvSpPr>
            <a:spLocks noGrp="1" noChangeArrowheads="1"/>
          </p:cNvSpPr>
          <p:nvPr>
            <p:ph type="ftr" sz="quarter" idx="2"/>
          </p:nvPr>
        </p:nvSpPr>
        <p:spPr bwMode="auto">
          <a:xfrm>
            <a:off x="0" y="8486775"/>
            <a:ext cx="2971800" cy="4381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solidFill>
                  <a:srgbClr val="FFFF00"/>
                </a:solidFill>
                <a:effectLst>
                  <a:outerShdw blurRad="38100" dist="38100" dir="2700000" algn="tl">
                    <a:srgbClr val="C0C0C0"/>
                  </a:outerShdw>
                </a:effectLst>
              </a:defRPr>
            </a:lvl1pPr>
          </a:lstStyle>
          <a:p>
            <a:pPr>
              <a:defRPr/>
            </a:pPr>
            <a:endParaRPr lang="en-US"/>
          </a:p>
        </p:txBody>
      </p:sp>
      <p:sp>
        <p:nvSpPr>
          <p:cNvPr id="63493" name="Rectangle 5">
            <a:extLst>
              <a:ext uri="{FF2B5EF4-FFF2-40B4-BE49-F238E27FC236}">
                <a16:creationId xmlns:a16="http://schemas.microsoft.com/office/drawing/2014/main" id="{9421AA8B-088D-3E13-7E9A-941DF6B15271}"/>
              </a:ext>
            </a:extLst>
          </p:cNvPr>
          <p:cNvSpPr>
            <a:spLocks noGrp="1" noChangeArrowheads="1"/>
          </p:cNvSpPr>
          <p:nvPr>
            <p:ph type="sldNum" sz="quarter" idx="3"/>
          </p:nvPr>
        </p:nvSpPr>
        <p:spPr bwMode="auto">
          <a:xfrm>
            <a:off x="3886200" y="8486775"/>
            <a:ext cx="2971800" cy="4381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rgbClr val="FFFF00"/>
                </a:solidFill>
                <a:effectLst>
                  <a:outerShdw blurRad="38100" dist="38100" dir="2700000" algn="tl">
                    <a:srgbClr val="C0C0C0"/>
                  </a:outerShdw>
                </a:effectLst>
              </a:defRPr>
            </a:lvl1pPr>
          </a:lstStyle>
          <a:p>
            <a:fld id="{FFEE51DC-2E39-4843-8CF5-5E2F811BA14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11EDCF1-2CCE-3C55-3B88-908639B01697}"/>
              </a:ext>
            </a:extLst>
          </p:cNvPr>
          <p:cNvSpPr>
            <a:spLocks noGrp="1" noChangeArrowheads="1"/>
          </p:cNvSpPr>
          <p:nvPr>
            <p:ph type="hdr" sz="quarter"/>
          </p:nvPr>
        </p:nvSpPr>
        <p:spPr bwMode="auto">
          <a:xfrm>
            <a:off x="0" y="0"/>
            <a:ext cx="2971800" cy="4460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solidFill>
                  <a:schemeClr val="tx1"/>
                </a:solidFill>
              </a:defRPr>
            </a:lvl1pPr>
          </a:lstStyle>
          <a:p>
            <a:pPr>
              <a:defRPr/>
            </a:pPr>
            <a:endParaRPr lang="en-US"/>
          </a:p>
        </p:txBody>
      </p:sp>
      <p:sp>
        <p:nvSpPr>
          <p:cNvPr id="49155" name="Rectangle 3">
            <a:extLst>
              <a:ext uri="{FF2B5EF4-FFF2-40B4-BE49-F238E27FC236}">
                <a16:creationId xmlns:a16="http://schemas.microsoft.com/office/drawing/2014/main" id="{388259EA-E3AE-7F72-1A21-77F415624453}"/>
              </a:ext>
            </a:extLst>
          </p:cNvPr>
          <p:cNvSpPr>
            <a:spLocks noGrp="1" noChangeArrowheads="1"/>
          </p:cNvSpPr>
          <p:nvPr>
            <p:ph type="dt" idx="1"/>
          </p:nvPr>
        </p:nvSpPr>
        <p:spPr bwMode="auto">
          <a:xfrm>
            <a:off x="3886200" y="0"/>
            <a:ext cx="2971800" cy="4460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defRPr>
            </a:lvl1pPr>
          </a:lstStyle>
          <a:p>
            <a:pPr>
              <a:defRPr/>
            </a:pPr>
            <a:endParaRPr lang="en-US"/>
          </a:p>
        </p:txBody>
      </p:sp>
      <p:sp>
        <p:nvSpPr>
          <p:cNvPr id="3076" name="Rectangle 4">
            <a:extLst>
              <a:ext uri="{FF2B5EF4-FFF2-40B4-BE49-F238E27FC236}">
                <a16:creationId xmlns:a16="http://schemas.microsoft.com/office/drawing/2014/main" id="{AC99540B-1801-717A-D3E6-9990DCB34583}"/>
              </a:ext>
            </a:extLst>
          </p:cNvPr>
          <p:cNvSpPr>
            <a:spLocks noGrp="1" noRot="1" noChangeAspect="1" noChangeArrowheads="1" noTextEdit="1"/>
          </p:cNvSpPr>
          <p:nvPr>
            <p:ph type="sldImg" idx="2"/>
          </p:nvPr>
        </p:nvSpPr>
        <p:spPr bwMode="auto">
          <a:xfrm>
            <a:off x="1198563" y="669925"/>
            <a:ext cx="4460875" cy="3346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7" name="Rectangle 5">
            <a:extLst>
              <a:ext uri="{FF2B5EF4-FFF2-40B4-BE49-F238E27FC236}">
                <a16:creationId xmlns:a16="http://schemas.microsoft.com/office/drawing/2014/main" id="{7DB5B3F2-6ABF-81DC-23D0-6DA34CD06797}"/>
              </a:ext>
            </a:extLst>
          </p:cNvPr>
          <p:cNvSpPr>
            <a:spLocks noGrp="1" noChangeArrowheads="1"/>
          </p:cNvSpPr>
          <p:nvPr>
            <p:ph type="body" sz="quarter" idx="3"/>
          </p:nvPr>
        </p:nvSpPr>
        <p:spPr bwMode="auto">
          <a:xfrm>
            <a:off x="914400" y="4238625"/>
            <a:ext cx="5029200" cy="4016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a:extLst>
              <a:ext uri="{FF2B5EF4-FFF2-40B4-BE49-F238E27FC236}">
                <a16:creationId xmlns:a16="http://schemas.microsoft.com/office/drawing/2014/main" id="{02CEC1D9-A072-90AC-E673-C1070DD1DDCE}"/>
              </a:ext>
            </a:extLst>
          </p:cNvPr>
          <p:cNvSpPr>
            <a:spLocks noGrp="1" noChangeArrowheads="1"/>
          </p:cNvSpPr>
          <p:nvPr>
            <p:ph type="ftr" sz="quarter" idx="4"/>
          </p:nvPr>
        </p:nvSpPr>
        <p:spPr bwMode="auto">
          <a:xfrm>
            <a:off x="0" y="8478838"/>
            <a:ext cx="2971800" cy="4460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solidFill>
                  <a:schemeClr val="tx1"/>
                </a:solidFill>
              </a:defRPr>
            </a:lvl1pPr>
          </a:lstStyle>
          <a:p>
            <a:pPr>
              <a:defRPr/>
            </a:pPr>
            <a:endParaRPr lang="en-US"/>
          </a:p>
        </p:txBody>
      </p:sp>
      <p:sp>
        <p:nvSpPr>
          <p:cNvPr id="49159" name="Rectangle 7">
            <a:extLst>
              <a:ext uri="{FF2B5EF4-FFF2-40B4-BE49-F238E27FC236}">
                <a16:creationId xmlns:a16="http://schemas.microsoft.com/office/drawing/2014/main" id="{6802449F-5130-73A5-EA95-CEFAA337F40F}"/>
              </a:ext>
            </a:extLst>
          </p:cNvPr>
          <p:cNvSpPr>
            <a:spLocks noGrp="1" noChangeArrowheads="1"/>
          </p:cNvSpPr>
          <p:nvPr>
            <p:ph type="sldNum" sz="quarter" idx="5"/>
          </p:nvPr>
        </p:nvSpPr>
        <p:spPr bwMode="auto">
          <a:xfrm>
            <a:off x="3886200" y="8478838"/>
            <a:ext cx="2971800" cy="4460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defRPr>
            </a:lvl1pPr>
          </a:lstStyle>
          <a:p>
            <a:fld id="{8D20F0F5-85E5-4BE1-A4BE-DB26CF9A13C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FB9885D0-DA05-B84F-FDE4-542813C4C4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pPr algn="r"/>
            <a:fld id="{0C553387-ED94-4E69-A02C-A58E79F0CAB6}" type="slidenum">
              <a:rPr lang="en-US" altLang="en-US" sz="1200">
                <a:solidFill>
                  <a:schemeClr val="tx1"/>
                </a:solidFill>
              </a:rPr>
              <a:pPr algn="r"/>
              <a:t>1</a:t>
            </a:fld>
            <a:endParaRPr lang="en-US" altLang="en-US" sz="1200" dirty="0">
              <a:solidFill>
                <a:schemeClr val="tx1"/>
              </a:solidFill>
            </a:endParaRPr>
          </a:p>
        </p:txBody>
      </p:sp>
      <p:sp>
        <p:nvSpPr>
          <p:cNvPr id="6147" name="Rectangle 2">
            <a:extLst>
              <a:ext uri="{FF2B5EF4-FFF2-40B4-BE49-F238E27FC236}">
                <a16:creationId xmlns:a16="http://schemas.microsoft.com/office/drawing/2014/main" id="{8235B7AE-69FC-972F-B8D9-9E68E5186426}"/>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FBAF7EA3-973B-D4E2-B593-0FAA969411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DD8DCFFC-442D-F0BB-9A61-4345B9C60283}"/>
              </a:ext>
            </a:extLst>
          </p:cNvPr>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 name="Text Box 3">
            <a:extLst>
              <a:ext uri="{FF2B5EF4-FFF2-40B4-BE49-F238E27FC236}">
                <a16:creationId xmlns:a16="http://schemas.microsoft.com/office/drawing/2014/main" id="{B7F58921-654A-0BE6-A4C7-6357D970A64C}"/>
              </a:ext>
            </a:extLst>
          </p:cNvPr>
          <p:cNvSpPr txBox="1">
            <a:spLocks noChangeArrowheads="1"/>
          </p:cNvSpPr>
          <p:nvPr/>
        </p:nvSpPr>
        <p:spPr bwMode="auto">
          <a:xfrm>
            <a:off x="1270000" y="1233488"/>
            <a:ext cx="655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pPr>
              <a:spcBef>
                <a:spcPct val="50000"/>
              </a:spcBef>
            </a:pPr>
            <a:r>
              <a:rPr lang="en-US" altLang="en-US" sz="2000" b="1" i="1" dirty="0">
                <a:solidFill>
                  <a:schemeClr val="tx1"/>
                </a:solidFill>
                <a:latin typeface="Century Schoolbook" panose="02040604050505020304" pitchFamily="18" charset="0"/>
              </a:rPr>
              <a:t>I n t e g r i t y  -  S e r v i c e  -  E x c e l </a:t>
            </a:r>
            <a:r>
              <a:rPr lang="en-US" altLang="en-US" sz="2000" b="1" i="1" dirty="0" err="1">
                <a:solidFill>
                  <a:schemeClr val="tx1"/>
                </a:solidFill>
                <a:latin typeface="Century Schoolbook" panose="02040604050505020304" pitchFamily="18" charset="0"/>
              </a:rPr>
              <a:t>l</a:t>
            </a:r>
            <a:r>
              <a:rPr lang="en-US" altLang="en-US" sz="2000" b="1" i="1" dirty="0">
                <a:solidFill>
                  <a:schemeClr val="tx1"/>
                </a:solidFill>
                <a:latin typeface="Century Schoolbook" panose="02040604050505020304" pitchFamily="18" charset="0"/>
              </a:rPr>
              <a:t> e n c e</a:t>
            </a:r>
          </a:p>
        </p:txBody>
      </p:sp>
      <p:sp>
        <p:nvSpPr>
          <p:cNvPr id="4" name="Text Box 4">
            <a:extLst>
              <a:ext uri="{FF2B5EF4-FFF2-40B4-BE49-F238E27FC236}">
                <a16:creationId xmlns:a16="http://schemas.microsoft.com/office/drawing/2014/main" id="{A9810A9B-2F21-435E-343A-6A8045CF0D14}"/>
              </a:ext>
            </a:extLst>
          </p:cNvPr>
          <p:cNvSpPr txBox="1">
            <a:spLocks noChangeArrowheads="1"/>
          </p:cNvSpPr>
          <p:nvPr/>
        </p:nvSpPr>
        <p:spPr bwMode="auto">
          <a:xfrm>
            <a:off x="1076325" y="500063"/>
            <a:ext cx="6940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r>
              <a:rPr lang="en-US" altLang="en-US" sz="3600" b="1" i="1">
                <a:solidFill>
                  <a:schemeClr val="tx1"/>
                </a:solidFill>
                <a:latin typeface="Arial" panose="020B0604020202020204" pitchFamily="34" charset="0"/>
              </a:rPr>
              <a:t>48th Security Forces Squadron</a:t>
            </a:r>
          </a:p>
        </p:txBody>
      </p:sp>
      <p:sp>
        <p:nvSpPr>
          <p:cNvPr id="5" name="Line 5">
            <a:extLst>
              <a:ext uri="{FF2B5EF4-FFF2-40B4-BE49-F238E27FC236}">
                <a16:creationId xmlns:a16="http://schemas.microsoft.com/office/drawing/2014/main" id="{2664E67F-82C2-1656-8DEB-12AF19F7023C}"/>
              </a:ext>
            </a:extLst>
          </p:cNvPr>
          <p:cNvSpPr>
            <a:spLocks noChangeShapeType="1"/>
          </p:cNvSpPr>
          <p:nvPr/>
        </p:nvSpPr>
        <p:spPr bwMode="auto">
          <a:xfrm>
            <a:off x="381000" y="12319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Rectangle 10">
            <a:extLst>
              <a:ext uri="{FF2B5EF4-FFF2-40B4-BE49-F238E27FC236}">
                <a16:creationId xmlns:a16="http://schemas.microsoft.com/office/drawing/2014/main" id="{A15C1E41-9386-8254-CCEC-B07D7007D911}"/>
              </a:ext>
            </a:extLst>
          </p:cNvPr>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endParaRPr lang="en-US" altLang="en-US"/>
          </a:p>
        </p:txBody>
      </p:sp>
      <p:graphicFrame>
        <p:nvGraphicFramePr>
          <p:cNvPr id="7" name="Object 11">
            <a:extLst>
              <a:ext uri="{FF2B5EF4-FFF2-40B4-BE49-F238E27FC236}">
                <a16:creationId xmlns:a16="http://schemas.microsoft.com/office/drawing/2014/main" id="{63AB0AF2-5040-9D10-0D64-953787A23CDB}"/>
              </a:ext>
            </a:extLst>
          </p:cNvPr>
          <p:cNvGraphicFramePr>
            <a:graphicFrameLocks noChangeAspect="1"/>
          </p:cNvGraphicFramePr>
          <p:nvPr/>
        </p:nvGraphicFramePr>
        <p:xfrm>
          <a:off x="685800" y="2590800"/>
          <a:ext cx="2743200" cy="2571750"/>
        </p:xfrm>
        <a:graphic>
          <a:graphicData uri="http://schemas.openxmlformats.org/presentationml/2006/ole">
            <mc:AlternateContent xmlns:mc="http://schemas.openxmlformats.org/markup-compatibility/2006">
              <mc:Choice xmlns:v="urn:schemas-microsoft-com:vml" Requires="v">
                <p:oleObj r:id="rId2" imgW="5858693" imgH="5714286" progId="MSPhotoEd.3">
                  <p:embed/>
                </p:oleObj>
              </mc:Choice>
              <mc:Fallback>
                <p:oleObj r:id="rId2" imgW="5858693" imgH="5714286" progId="MSPhotoEd.3">
                  <p:embed/>
                  <p:pic>
                    <p:nvPicPr>
                      <p:cNvPr id="7" name="Object 11">
                        <a:extLst>
                          <a:ext uri="{FF2B5EF4-FFF2-40B4-BE49-F238E27FC236}">
                            <a16:creationId xmlns:a16="http://schemas.microsoft.com/office/drawing/2014/main" id="{63AB0AF2-5040-9D10-0D64-953787A23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27432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12">
            <a:extLst>
              <a:ext uri="{FF2B5EF4-FFF2-40B4-BE49-F238E27FC236}">
                <a16:creationId xmlns:a16="http://schemas.microsoft.com/office/drawing/2014/main" id="{4B5B5771-5C8C-776C-0263-24812678B04B}"/>
              </a:ext>
            </a:extLst>
          </p:cNvPr>
          <p:cNvSpPr txBox="1">
            <a:spLocks noChangeArrowheads="1"/>
          </p:cNvSpPr>
          <p:nvPr/>
        </p:nvSpPr>
        <p:spPr bwMode="auto">
          <a:xfrm>
            <a:off x="228600" y="5192713"/>
            <a:ext cx="3543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r>
              <a:rPr lang="en-US" altLang="en-US" sz="2000" b="1">
                <a:solidFill>
                  <a:srgbClr val="21198F"/>
                </a:solidFill>
                <a:latin typeface="Arial" panose="020B0604020202020204" pitchFamily="34" charset="0"/>
              </a:rPr>
              <a:t>Royal Air Force Lakenheath</a:t>
            </a:r>
          </a:p>
          <a:p>
            <a:r>
              <a:rPr lang="en-US" altLang="en-US" sz="2000" b="1">
                <a:solidFill>
                  <a:srgbClr val="21198F"/>
                </a:solidFill>
                <a:latin typeface="Arial" panose="020B0604020202020204" pitchFamily="34" charset="0"/>
              </a:rPr>
              <a:t>United Kingdom</a:t>
            </a:r>
            <a:endParaRPr lang="en-US" altLang="en-US" b="1">
              <a:solidFill>
                <a:srgbClr val="21198F"/>
              </a:solidFill>
              <a:latin typeface="Arial" panose="020B0604020202020204" pitchFamily="34" charset="0"/>
            </a:endParaRPr>
          </a:p>
        </p:txBody>
      </p:sp>
      <p:sp>
        <p:nvSpPr>
          <p:cNvPr id="216072" name="Rectangle 8"/>
          <p:cNvSpPr>
            <a:spLocks noGrp="1" noChangeArrowheads="1"/>
          </p:cNvSpPr>
          <p:nvPr>
            <p:ph type="subTitle" idx="1"/>
          </p:nvPr>
        </p:nvSpPr>
        <p:spPr>
          <a:xfrm>
            <a:off x="4095750" y="3924300"/>
            <a:ext cx="4495800" cy="1047750"/>
          </a:xfrm>
        </p:spPr>
        <p:txBody>
          <a:bodyPr/>
          <a:lstStyle>
            <a:lvl1pPr marL="0" indent="0" algn="r">
              <a:buFont typeface="Wingdings" pitchFamily="2" charset="2"/>
              <a:buNone/>
              <a:defRPr sz="2800"/>
            </a:lvl1pPr>
          </a:lstStyle>
          <a:p>
            <a:r>
              <a:rPr lang="en-US"/>
              <a:t>Click to edit Master subtitle style</a:t>
            </a:r>
          </a:p>
        </p:txBody>
      </p:sp>
      <p:sp>
        <p:nvSpPr>
          <p:cNvPr id="216073" name="Rectangle 9"/>
          <p:cNvSpPr>
            <a:spLocks noGrp="1" noChangeArrowheads="1"/>
          </p:cNvSpPr>
          <p:nvPr>
            <p:ph type="ctrTitle"/>
          </p:nvPr>
        </p:nvSpPr>
        <p:spPr>
          <a:xfrm>
            <a:off x="3467100" y="1962150"/>
            <a:ext cx="5143500" cy="1600200"/>
          </a:xfrm>
        </p:spPr>
        <p:txBody>
          <a:bodyPr/>
          <a:lstStyle>
            <a:lvl1pPr>
              <a:defRPr sz="4400" i="0"/>
            </a:lvl1pPr>
          </a:lstStyle>
          <a:p>
            <a:r>
              <a:rPr lang="en-US"/>
              <a:t>Click to edit Master title style</a:t>
            </a:r>
          </a:p>
        </p:txBody>
      </p:sp>
      <p:sp>
        <p:nvSpPr>
          <p:cNvPr id="9" name="Rectangle 6">
            <a:extLst>
              <a:ext uri="{FF2B5EF4-FFF2-40B4-BE49-F238E27FC236}">
                <a16:creationId xmlns:a16="http://schemas.microsoft.com/office/drawing/2014/main" id="{A63C1F7A-9350-9681-3508-C09003933BBC}"/>
              </a:ext>
            </a:extLst>
          </p:cNvPr>
          <p:cNvSpPr>
            <a:spLocks noGrp="1" noChangeArrowheads="1"/>
          </p:cNvSpPr>
          <p:nvPr>
            <p:ph type="dt" sz="half" idx="10"/>
          </p:nvPr>
        </p:nvSpPr>
        <p:spPr/>
        <p:txBody>
          <a:bodyPr/>
          <a:lstStyle>
            <a:lvl1pPr>
              <a:defRPr/>
            </a:lvl1pPr>
          </a:lstStyle>
          <a:p>
            <a:pPr>
              <a:defRPr/>
            </a:pPr>
            <a:endParaRPr lang="en-US"/>
          </a:p>
        </p:txBody>
      </p:sp>
      <p:sp>
        <p:nvSpPr>
          <p:cNvPr id="10" name="Rectangle 7">
            <a:extLst>
              <a:ext uri="{FF2B5EF4-FFF2-40B4-BE49-F238E27FC236}">
                <a16:creationId xmlns:a16="http://schemas.microsoft.com/office/drawing/2014/main" id="{EE3D801F-A846-64C9-B738-C6D4CBF57B9F}"/>
              </a:ext>
            </a:extLst>
          </p:cNvPr>
          <p:cNvSpPr>
            <a:spLocks noGrp="1" noChangeArrowheads="1"/>
          </p:cNvSpPr>
          <p:nvPr>
            <p:ph type="sldNum" sz="quarter" idx="11"/>
          </p:nvPr>
        </p:nvSpPr>
        <p:spPr/>
        <p:txBody>
          <a:bodyPr/>
          <a:lstStyle>
            <a:lvl1pPr>
              <a:defRPr/>
            </a:lvl1pPr>
          </a:lstStyle>
          <a:p>
            <a:fld id="{02210B8A-C866-4FFE-80D6-39500365C1DE}"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55213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5F3BC2C6-AB42-B68A-F348-555FA35F660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
            <a:extLst>
              <a:ext uri="{FF2B5EF4-FFF2-40B4-BE49-F238E27FC236}">
                <a16:creationId xmlns:a16="http://schemas.microsoft.com/office/drawing/2014/main" id="{F1740521-6AB6-D670-656B-08DC4BEBBCC7}"/>
              </a:ext>
            </a:extLst>
          </p:cNvPr>
          <p:cNvSpPr>
            <a:spLocks noGrp="1" noChangeArrowheads="1"/>
          </p:cNvSpPr>
          <p:nvPr>
            <p:ph type="sldNum" sz="quarter" idx="11"/>
          </p:nvPr>
        </p:nvSpPr>
        <p:spPr>
          <a:ln/>
        </p:spPr>
        <p:txBody>
          <a:bodyPr/>
          <a:lstStyle>
            <a:lvl1pPr>
              <a:defRPr/>
            </a:lvl1pPr>
          </a:lstStyle>
          <a:p>
            <a:fld id="{C80E83AD-0015-483D-8027-17244C763A57}"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87648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5D30A77E-7087-BC08-47EB-95104F84C7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
            <a:extLst>
              <a:ext uri="{FF2B5EF4-FFF2-40B4-BE49-F238E27FC236}">
                <a16:creationId xmlns:a16="http://schemas.microsoft.com/office/drawing/2014/main" id="{36EF2B4C-0F5B-E3E5-1503-15B0A03896E0}"/>
              </a:ext>
            </a:extLst>
          </p:cNvPr>
          <p:cNvSpPr>
            <a:spLocks noGrp="1" noChangeArrowheads="1"/>
          </p:cNvSpPr>
          <p:nvPr>
            <p:ph type="sldNum" sz="quarter" idx="11"/>
          </p:nvPr>
        </p:nvSpPr>
        <p:spPr>
          <a:ln/>
        </p:spPr>
        <p:txBody>
          <a:bodyPr/>
          <a:lstStyle>
            <a:lvl1pPr>
              <a:defRPr/>
            </a:lvl1pPr>
          </a:lstStyle>
          <a:p>
            <a:fld id="{16D37B44-658A-480A-9A72-24FA56C036CE}"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3606433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8775" y="1452563"/>
            <a:ext cx="3989388" cy="4324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00563" y="1452563"/>
            <a:ext cx="3989387" cy="4324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24FBB134-7954-7BAC-CA5F-92C74F238CC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
            <a:extLst>
              <a:ext uri="{FF2B5EF4-FFF2-40B4-BE49-F238E27FC236}">
                <a16:creationId xmlns:a16="http://schemas.microsoft.com/office/drawing/2014/main" id="{AF693AAC-086C-C1AC-96BF-26320CCDF829}"/>
              </a:ext>
            </a:extLst>
          </p:cNvPr>
          <p:cNvSpPr>
            <a:spLocks noGrp="1" noChangeArrowheads="1"/>
          </p:cNvSpPr>
          <p:nvPr>
            <p:ph type="sldNum" sz="quarter" idx="11"/>
          </p:nvPr>
        </p:nvSpPr>
        <p:spPr>
          <a:ln/>
        </p:spPr>
        <p:txBody>
          <a:bodyPr/>
          <a:lstStyle>
            <a:lvl1pPr>
              <a:defRPr/>
            </a:lvl1pPr>
          </a:lstStyle>
          <a:p>
            <a:fld id="{7C37AD1D-A4C4-49D3-97F8-43D03AE0C111}"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127927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C80FF489-E594-372E-B06D-35A41336067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4">
            <a:extLst>
              <a:ext uri="{FF2B5EF4-FFF2-40B4-BE49-F238E27FC236}">
                <a16:creationId xmlns:a16="http://schemas.microsoft.com/office/drawing/2014/main" id="{B87E0480-1F66-15E5-01A7-A6A3179B2C4B}"/>
              </a:ext>
            </a:extLst>
          </p:cNvPr>
          <p:cNvSpPr>
            <a:spLocks noGrp="1" noChangeArrowheads="1"/>
          </p:cNvSpPr>
          <p:nvPr>
            <p:ph type="sldNum" sz="quarter" idx="11"/>
          </p:nvPr>
        </p:nvSpPr>
        <p:spPr>
          <a:ln/>
        </p:spPr>
        <p:txBody>
          <a:bodyPr/>
          <a:lstStyle>
            <a:lvl1pPr>
              <a:defRPr/>
            </a:lvl1pPr>
          </a:lstStyle>
          <a:p>
            <a:fld id="{4E785E7C-8B87-41B6-BAFB-9C4D845DDBF5}"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2398544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D9D853F-9CB4-E587-05E4-DD3892C557E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4">
            <a:extLst>
              <a:ext uri="{FF2B5EF4-FFF2-40B4-BE49-F238E27FC236}">
                <a16:creationId xmlns:a16="http://schemas.microsoft.com/office/drawing/2014/main" id="{FD9E7D0B-45D3-3291-27CE-A1AA1D5AB22A}"/>
              </a:ext>
            </a:extLst>
          </p:cNvPr>
          <p:cNvSpPr>
            <a:spLocks noGrp="1" noChangeArrowheads="1"/>
          </p:cNvSpPr>
          <p:nvPr>
            <p:ph type="sldNum" sz="quarter" idx="11"/>
          </p:nvPr>
        </p:nvSpPr>
        <p:spPr>
          <a:ln/>
        </p:spPr>
        <p:txBody>
          <a:bodyPr/>
          <a:lstStyle>
            <a:lvl1pPr>
              <a:defRPr/>
            </a:lvl1pPr>
          </a:lstStyle>
          <a:p>
            <a:fld id="{52BD7150-4731-4AE1-9901-584FA724DB02}"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4212253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377E4FED-87AC-9FD0-70E5-6350490DEFC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4">
            <a:extLst>
              <a:ext uri="{FF2B5EF4-FFF2-40B4-BE49-F238E27FC236}">
                <a16:creationId xmlns:a16="http://schemas.microsoft.com/office/drawing/2014/main" id="{AE976726-FD44-D60E-709B-5ADF1433E9CA}"/>
              </a:ext>
            </a:extLst>
          </p:cNvPr>
          <p:cNvSpPr>
            <a:spLocks noGrp="1" noChangeArrowheads="1"/>
          </p:cNvSpPr>
          <p:nvPr>
            <p:ph type="sldNum" sz="quarter" idx="11"/>
          </p:nvPr>
        </p:nvSpPr>
        <p:spPr>
          <a:ln/>
        </p:spPr>
        <p:txBody>
          <a:bodyPr/>
          <a:lstStyle>
            <a:lvl1pPr>
              <a:defRPr/>
            </a:lvl1pPr>
          </a:lstStyle>
          <a:p>
            <a:fld id="{E9FCD194-F265-445C-B049-215A938C0191}"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1139719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DC32A291-DBED-289D-40CF-8E1B5EDC1BE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
            <a:extLst>
              <a:ext uri="{FF2B5EF4-FFF2-40B4-BE49-F238E27FC236}">
                <a16:creationId xmlns:a16="http://schemas.microsoft.com/office/drawing/2014/main" id="{F11A55BB-B0CB-3318-5E9D-B7C12C0B3F9B}"/>
              </a:ext>
            </a:extLst>
          </p:cNvPr>
          <p:cNvSpPr>
            <a:spLocks noGrp="1" noChangeArrowheads="1"/>
          </p:cNvSpPr>
          <p:nvPr>
            <p:ph type="sldNum" sz="quarter" idx="11"/>
          </p:nvPr>
        </p:nvSpPr>
        <p:spPr>
          <a:ln/>
        </p:spPr>
        <p:txBody>
          <a:bodyPr/>
          <a:lstStyle>
            <a:lvl1pPr>
              <a:defRPr/>
            </a:lvl1pPr>
          </a:lstStyle>
          <a:p>
            <a:fld id="{BDDDC00A-4141-4434-9A11-BF60F01674BD}"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46884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4E631A91-B7FB-620C-42A9-75C9A76344C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
            <a:extLst>
              <a:ext uri="{FF2B5EF4-FFF2-40B4-BE49-F238E27FC236}">
                <a16:creationId xmlns:a16="http://schemas.microsoft.com/office/drawing/2014/main" id="{57C2B001-F519-EAAC-CE94-FF8C80CE229A}"/>
              </a:ext>
            </a:extLst>
          </p:cNvPr>
          <p:cNvSpPr>
            <a:spLocks noGrp="1" noChangeArrowheads="1"/>
          </p:cNvSpPr>
          <p:nvPr>
            <p:ph type="sldNum" sz="quarter" idx="11"/>
          </p:nvPr>
        </p:nvSpPr>
        <p:spPr>
          <a:ln/>
        </p:spPr>
        <p:txBody>
          <a:bodyPr/>
          <a:lstStyle>
            <a:lvl1pPr>
              <a:defRPr/>
            </a:lvl1pPr>
          </a:lstStyle>
          <a:p>
            <a:fld id="{5F5C8259-1BD6-42F7-8CB3-74EDB3B74637}"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3492653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D2BFC0B-4916-79B0-6FDF-6908256564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
            <a:extLst>
              <a:ext uri="{FF2B5EF4-FFF2-40B4-BE49-F238E27FC236}">
                <a16:creationId xmlns:a16="http://schemas.microsoft.com/office/drawing/2014/main" id="{192C6CE6-8658-04CC-3578-5586351D6BF1}"/>
              </a:ext>
            </a:extLst>
          </p:cNvPr>
          <p:cNvSpPr>
            <a:spLocks noGrp="1" noChangeArrowheads="1"/>
          </p:cNvSpPr>
          <p:nvPr>
            <p:ph type="sldNum" sz="quarter" idx="11"/>
          </p:nvPr>
        </p:nvSpPr>
        <p:spPr>
          <a:ln/>
        </p:spPr>
        <p:txBody>
          <a:bodyPr/>
          <a:lstStyle>
            <a:lvl1pPr>
              <a:defRPr/>
            </a:lvl1pPr>
          </a:lstStyle>
          <a:p>
            <a:fld id="{29FEE404-8E7B-46E3-B7C6-807A7BE6B787}"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1959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3213" y="76200"/>
            <a:ext cx="2097087" cy="57007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8775" y="76200"/>
            <a:ext cx="6142038" cy="57007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59629C8D-37DD-0893-740D-5560A9A3933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
            <a:extLst>
              <a:ext uri="{FF2B5EF4-FFF2-40B4-BE49-F238E27FC236}">
                <a16:creationId xmlns:a16="http://schemas.microsoft.com/office/drawing/2014/main" id="{F5E28C6C-2612-BE06-5460-FBDC7EF2B39A}"/>
              </a:ext>
            </a:extLst>
          </p:cNvPr>
          <p:cNvSpPr>
            <a:spLocks noGrp="1" noChangeArrowheads="1"/>
          </p:cNvSpPr>
          <p:nvPr>
            <p:ph type="sldNum" sz="quarter" idx="11"/>
          </p:nvPr>
        </p:nvSpPr>
        <p:spPr>
          <a:ln/>
        </p:spPr>
        <p:txBody>
          <a:bodyPr/>
          <a:lstStyle>
            <a:lvl1pPr>
              <a:defRPr/>
            </a:lvl1pPr>
          </a:lstStyle>
          <a:p>
            <a:fld id="{7B964C0A-15E7-4D81-8C01-343F8AF17AC8}"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1835777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78A2060-7C5E-E9A8-E697-0F94AA016966}"/>
              </a:ext>
            </a:extLst>
          </p:cNvPr>
          <p:cNvSpPr>
            <a:spLocks noGrp="1" noChangeArrowheads="1"/>
          </p:cNvSpPr>
          <p:nvPr>
            <p:ph type="body" idx="1"/>
          </p:nvPr>
        </p:nvSpPr>
        <p:spPr bwMode="auto">
          <a:xfrm>
            <a:off x="358775" y="1452563"/>
            <a:ext cx="8131175"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215043" name="Rectangle 3">
            <a:extLst>
              <a:ext uri="{FF2B5EF4-FFF2-40B4-BE49-F238E27FC236}">
                <a16:creationId xmlns:a16="http://schemas.microsoft.com/office/drawing/2014/main" id="{9CDDC355-B1DA-7AC9-3CF4-60EC861B05DF}"/>
              </a:ext>
            </a:extLst>
          </p:cNvPr>
          <p:cNvSpPr>
            <a:spLocks noGrp="1" noChangeArrowheads="1"/>
          </p:cNvSpPr>
          <p:nvPr>
            <p:ph type="dt" sz="half" idx="2"/>
          </p:nvPr>
        </p:nvSpPr>
        <p:spPr bwMode="auto">
          <a:xfrm>
            <a:off x="0" y="6524625"/>
            <a:ext cx="12192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solidFill>
                  <a:srgbClr val="969696"/>
                </a:solidFill>
                <a:latin typeface="+mn-lt"/>
              </a:defRPr>
            </a:lvl1pPr>
          </a:lstStyle>
          <a:p>
            <a:pPr>
              <a:defRPr/>
            </a:pPr>
            <a:endParaRPr lang="en-US" dirty="0"/>
          </a:p>
        </p:txBody>
      </p:sp>
      <p:sp>
        <p:nvSpPr>
          <p:cNvPr id="215044" name="Rectangle 4">
            <a:extLst>
              <a:ext uri="{FF2B5EF4-FFF2-40B4-BE49-F238E27FC236}">
                <a16:creationId xmlns:a16="http://schemas.microsoft.com/office/drawing/2014/main" id="{31D3CEB1-1216-EBFE-150F-474DA9EB86A7}"/>
              </a:ext>
            </a:extLst>
          </p:cNvPr>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solidFill>
                  <a:srgbClr val="969696"/>
                </a:solidFill>
                <a:latin typeface="Arial" panose="020B0604020202020204" pitchFamily="34" charset="0"/>
              </a:defRPr>
            </a:lvl1pPr>
          </a:lstStyle>
          <a:p>
            <a:fld id="{EC1D774B-A872-47F1-9FB9-427D9D3E3306}" type="slidenum">
              <a:rPr lang="en-US" altLang="en-US"/>
              <a:pPr/>
              <a:t>‹#›</a:t>
            </a:fld>
            <a:endParaRPr lang="en-US" altLang="en-US" dirty="0">
              <a:solidFill>
                <a:schemeClr val="bg2"/>
              </a:solidFill>
            </a:endParaRPr>
          </a:p>
        </p:txBody>
      </p:sp>
      <p:sp>
        <p:nvSpPr>
          <p:cNvPr id="1029" name="Text Box 5">
            <a:extLst>
              <a:ext uri="{FF2B5EF4-FFF2-40B4-BE49-F238E27FC236}">
                <a16:creationId xmlns:a16="http://schemas.microsoft.com/office/drawing/2014/main" id="{251011D5-B65B-BE27-B280-E9137274D1D0}"/>
              </a:ext>
            </a:extLst>
          </p:cNvPr>
          <p:cNvSpPr txBox="1">
            <a:spLocks noChangeArrowheads="1"/>
          </p:cNvSpPr>
          <p:nvPr/>
        </p:nvSpPr>
        <p:spPr bwMode="auto">
          <a:xfrm>
            <a:off x="1295400" y="6491288"/>
            <a:ext cx="6553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pPr>
              <a:spcBef>
                <a:spcPct val="50000"/>
              </a:spcBef>
            </a:pPr>
            <a:r>
              <a:rPr lang="en-US" altLang="en-US" sz="1600" b="1" i="1" dirty="0">
                <a:solidFill>
                  <a:schemeClr val="tx1"/>
                </a:solidFill>
                <a:latin typeface="Century Schoolbook" panose="02040604050505020304" pitchFamily="18" charset="0"/>
              </a:rPr>
              <a:t>Providing Unrivaled Combat Power, Support, and Services</a:t>
            </a:r>
          </a:p>
        </p:txBody>
      </p:sp>
      <p:sp>
        <p:nvSpPr>
          <p:cNvPr id="1030" name="Rectangle 6">
            <a:extLst>
              <a:ext uri="{FF2B5EF4-FFF2-40B4-BE49-F238E27FC236}">
                <a16:creationId xmlns:a16="http://schemas.microsoft.com/office/drawing/2014/main" id="{2ED98BD1-0372-29E3-91F7-3CCEDCC656AF}"/>
              </a:ext>
            </a:extLst>
          </p:cNvPr>
          <p:cNvSpPr>
            <a:spLocks noGrp="1" noChangeArrowheads="1"/>
          </p:cNvSpPr>
          <p:nvPr>
            <p:ph type="title"/>
          </p:nvPr>
        </p:nvSpPr>
        <p:spPr bwMode="auto">
          <a:xfrm>
            <a:off x="1663700" y="7620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1" name="Line 7">
            <a:extLst>
              <a:ext uri="{FF2B5EF4-FFF2-40B4-BE49-F238E27FC236}">
                <a16:creationId xmlns:a16="http://schemas.microsoft.com/office/drawing/2014/main" id="{AEBD7F39-D899-2B67-AA90-474011BC0148}"/>
              </a:ext>
            </a:extLst>
          </p:cNvPr>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32" name="Line 8">
            <a:extLst>
              <a:ext uri="{FF2B5EF4-FFF2-40B4-BE49-F238E27FC236}">
                <a16:creationId xmlns:a16="http://schemas.microsoft.com/office/drawing/2014/main" id="{BD4C6F37-370D-903D-E72C-B9694AF5D520}"/>
              </a:ext>
            </a:extLst>
          </p:cNvPr>
          <p:cNvSpPr>
            <a:spLocks noChangeShapeType="1"/>
          </p:cNvSpPr>
          <p:nvPr/>
        </p:nvSpPr>
        <p:spPr bwMode="auto">
          <a:xfrm>
            <a:off x="381000" y="12319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33" name="Rectangle 9">
            <a:extLst>
              <a:ext uri="{FF2B5EF4-FFF2-40B4-BE49-F238E27FC236}">
                <a16:creationId xmlns:a16="http://schemas.microsoft.com/office/drawing/2014/main" id="{143324C5-CEBB-7E38-78B4-6B6D657C1DCF}"/>
              </a:ext>
            </a:extLst>
          </p:cNvPr>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endParaRPr lang="en-US" altLang="en-US" dirty="0"/>
          </a:p>
        </p:txBody>
      </p:sp>
      <p:graphicFrame>
        <p:nvGraphicFramePr>
          <p:cNvPr id="1034" name="Object 10">
            <a:extLst>
              <a:ext uri="{FF2B5EF4-FFF2-40B4-BE49-F238E27FC236}">
                <a16:creationId xmlns:a16="http://schemas.microsoft.com/office/drawing/2014/main" id="{CCD231A7-0700-9545-30E4-70311A800BBB}"/>
              </a:ext>
            </a:extLst>
          </p:cNvPr>
          <p:cNvGraphicFramePr>
            <a:graphicFrameLocks noChangeAspect="1"/>
          </p:cNvGraphicFramePr>
          <p:nvPr/>
        </p:nvGraphicFramePr>
        <p:xfrm>
          <a:off x="304800" y="71438"/>
          <a:ext cx="1143000" cy="1071562"/>
        </p:xfrm>
        <a:graphic>
          <a:graphicData uri="http://schemas.openxmlformats.org/presentationml/2006/ole">
            <mc:AlternateContent xmlns:mc="http://schemas.openxmlformats.org/markup-compatibility/2006">
              <mc:Choice xmlns:v="urn:schemas-microsoft-com:vml" Requires="v">
                <p:oleObj r:id="rId13" imgW="5858693" imgH="5714286" progId="MSPhotoEd.3">
                  <p:embed/>
                </p:oleObj>
              </mc:Choice>
              <mc:Fallback>
                <p:oleObj r:id="rId13" imgW="5858693" imgH="5714286" progId="MSPhotoEd.3">
                  <p:embed/>
                  <p:pic>
                    <p:nvPicPr>
                      <p:cNvPr id="1034" name="Object 10">
                        <a:extLst>
                          <a:ext uri="{FF2B5EF4-FFF2-40B4-BE49-F238E27FC236}">
                            <a16:creationId xmlns:a16="http://schemas.microsoft.com/office/drawing/2014/main" id="{CCD231A7-0700-9545-30E4-70311A800BB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 y="71438"/>
                        <a:ext cx="1143000"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52"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p:titleStyle>
    <p:bodyStyle>
      <a:lvl1pPr marL="285750" indent="-285750" algn="l" rtl="0" eaLnBrk="0" fontAlgn="base" hangingPunct="0">
        <a:spcBef>
          <a:spcPct val="100000"/>
        </a:spcBef>
        <a:spcAft>
          <a:spcPct val="0"/>
        </a:spcAft>
        <a:buClr>
          <a:srgbClr val="151C77"/>
        </a:buClr>
        <a:buSzPct val="80000"/>
        <a:buFont typeface="Wingdings" panose="05000000000000000000" pitchFamily="2" charset="2"/>
        <a:buChar char="n"/>
        <a:defRPr sz="2400" b="1">
          <a:solidFill>
            <a:schemeClr val="tx1"/>
          </a:solidFill>
          <a:latin typeface="+mn-lt"/>
          <a:ea typeface="+mn-ea"/>
          <a:cs typeface="+mn-cs"/>
        </a:defRPr>
      </a:lvl1pPr>
      <a:lvl2pPr marL="688975" indent="-282575" algn="l" rtl="0" eaLnBrk="0" fontAlgn="base" hangingPunct="0">
        <a:spcBef>
          <a:spcPct val="50000"/>
        </a:spcBef>
        <a:spcAft>
          <a:spcPct val="0"/>
        </a:spcAft>
        <a:buClr>
          <a:srgbClr val="151C77"/>
        </a:buClr>
        <a:buSzPct val="80000"/>
        <a:buFont typeface="Wingdings" panose="05000000000000000000" pitchFamily="2" charset="2"/>
        <a:buChar char="n"/>
        <a:defRPr sz="2400" b="1">
          <a:solidFill>
            <a:schemeClr val="tx1"/>
          </a:solidFill>
          <a:latin typeface="+mn-lt"/>
        </a:defRPr>
      </a:lvl2pPr>
      <a:lvl3pPr marL="1027113" indent="-223838" algn="l" rtl="0" eaLnBrk="0" fontAlgn="base" hangingPunct="0">
        <a:spcBef>
          <a:spcPct val="50000"/>
        </a:spcBef>
        <a:spcAft>
          <a:spcPct val="0"/>
        </a:spcAft>
        <a:buClr>
          <a:srgbClr val="151C77"/>
        </a:buClr>
        <a:buSzPct val="80000"/>
        <a:buFont typeface="Wingdings" panose="05000000000000000000" pitchFamily="2" charset="2"/>
        <a:buChar char="n"/>
        <a:defRPr sz="2200" b="1">
          <a:solidFill>
            <a:schemeClr val="tx1"/>
          </a:solidFill>
          <a:latin typeface="+mn-lt"/>
        </a:defRPr>
      </a:lvl3pPr>
      <a:lvl4pPr marL="1600200" indent="-228600"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WordArt 6">
            <a:extLst>
              <a:ext uri="{FF2B5EF4-FFF2-40B4-BE49-F238E27FC236}">
                <a16:creationId xmlns:a16="http://schemas.microsoft.com/office/drawing/2014/main" id="{A518F293-AB12-FD64-4125-92E8D7D0CC35}"/>
              </a:ext>
            </a:extLst>
          </p:cNvPr>
          <p:cNvSpPr>
            <a:spLocks noChangeArrowheads="1" noChangeShapeType="1" noTextEdit="1"/>
          </p:cNvSpPr>
          <p:nvPr/>
        </p:nvSpPr>
        <p:spPr bwMode="auto">
          <a:xfrm>
            <a:off x="1524000" y="381000"/>
            <a:ext cx="5943600" cy="609600"/>
          </a:xfrm>
          <a:prstGeom prst="rect">
            <a:avLst/>
          </a:prstGeom>
        </p:spPr>
        <p:txBody>
          <a:bodyPr wrap="none" fromWordArt="1">
            <a:prstTxWarp prst="textPlain">
              <a:avLst>
                <a:gd name="adj" fmla="val 50000"/>
              </a:avLst>
            </a:prstTxWarp>
            <a:scene3d>
              <a:camera prst="legacyPerspectiveTopLeft"/>
              <a:lightRig rig="legacyNormal3" dir="t"/>
            </a:scene3d>
            <a:sp3d extrusionH="201600" prstMaterial="legacyMetal">
              <a:extrusionClr>
                <a:srgbClr val="E6DCAC"/>
              </a:extrusionClr>
              <a:contourClr>
                <a:srgbClr val="E6DCAC"/>
              </a:contourClr>
            </a:sp3d>
          </a:bodyPr>
          <a:lstStyle/>
          <a:p>
            <a:pPr algn="ctr"/>
            <a:r>
              <a:rPr lang="en-US" sz="2800" kern="10" dirty="0">
                <a:ln w="9525">
                  <a:round/>
                  <a:headEnd/>
                  <a:tailEnd/>
                </a:ln>
                <a:gradFill rotWithShape="1">
                  <a:gsLst>
                    <a:gs pos="0">
                      <a:srgbClr val="E6DCAC"/>
                    </a:gs>
                    <a:gs pos="12000">
                      <a:srgbClr val="E6D78A"/>
                    </a:gs>
                    <a:gs pos="30000">
                      <a:srgbClr val="C7AC4C"/>
                    </a:gs>
                    <a:gs pos="45000">
                      <a:srgbClr val="E6D78A"/>
                    </a:gs>
                    <a:gs pos="77000">
                      <a:srgbClr val="C7AC4C"/>
                    </a:gs>
                    <a:gs pos="100000">
                      <a:srgbClr val="E6DCAC"/>
                    </a:gs>
                  </a:gsLst>
                  <a:lin ang="2700000" scaled="1"/>
                </a:gradFill>
                <a:cs typeface="Times New Roman" panose="02020603050405020304" pitchFamily="18" charset="0"/>
              </a:rPr>
              <a:t>48th Security Forces Squadron</a:t>
            </a:r>
          </a:p>
        </p:txBody>
      </p:sp>
      <p:pic>
        <p:nvPicPr>
          <p:cNvPr id="5123" name="Picture 9" descr="48SFSGood Logo_r2_c2">
            <a:extLst>
              <a:ext uri="{FF2B5EF4-FFF2-40B4-BE49-F238E27FC236}">
                <a16:creationId xmlns:a16="http://schemas.microsoft.com/office/drawing/2014/main" id="{51A8EC7F-2CCB-3FBD-9A50-A9143B391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76400"/>
            <a:ext cx="57912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0">
            <a:extLst>
              <a:ext uri="{FF2B5EF4-FFF2-40B4-BE49-F238E27FC236}">
                <a16:creationId xmlns:a16="http://schemas.microsoft.com/office/drawing/2014/main" id="{9F6C5255-2910-AAEB-0485-3ADA45060A97}"/>
              </a:ext>
            </a:extLst>
          </p:cNvPr>
          <p:cNvSpPr txBox="1">
            <a:spLocks noChangeArrowheads="1"/>
          </p:cNvSpPr>
          <p:nvPr/>
        </p:nvSpPr>
        <p:spPr bwMode="auto">
          <a:xfrm>
            <a:off x="0" y="5638800"/>
            <a:ext cx="914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ctr">
              <a:defRPr sz="2400">
                <a:solidFill>
                  <a:srgbClr val="FF0000"/>
                </a:solidFill>
                <a:latin typeface="Times New Roman" panose="02020603050405020304" pitchFamily="18" charset="0"/>
              </a:defRPr>
            </a:lvl1pPr>
            <a:lvl2pPr marL="742950" indent="-285750" algn="ctr">
              <a:defRPr sz="2400">
                <a:solidFill>
                  <a:srgbClr val="FF0000"/>
                </a:solidFill>
                <a:latin typeface="Times New Roman" panose="02020603050405020304" pitchFamily="18" charset="0"/>
              </a:defRPr>
            </a:lvl2pPr>
            <a:lvl3pPr marL="1143000" indent="-228600" algn="ctr">
              <a:defRPr sz="2400">
                <a:solidFill>
                  <a:srgbClr val="FF0000"/>
                </a:solidFill>
                <a:latin typeface="Times New Roman" panose="02020603050405020304" pitchFamily="18" charset="0"/>
              </a:defRPr>
            </a:lvl3pPr>
            <a:lvl4pPr marL="1600200" indent="-228600" algn="ctr">
              <a:defRPr sz="2400">
                <a:solidFill>
                  <a:srgbClr val="FF0000"/>
                </a:solidFill>
                <a:latin typeface="Times New Roman" panose="02020603050405020304" pitchFamily="18" charset="0"/>
              </a:defRPr>
            </a:lvl4pPr>
            <a:lvl5pPr marL="2057400" indent="-228600" algn="ctr">
              <a:defRPr sz="2400">
                <a:solidFill>
                  <a:srgbClr val="FF0000"/>
                </a:solidFill>
                <a:latin typeface="Times New Roman" panose="02020603050405020304" pitchFamily="18" charset="0"/>
              </a:defRPr>
            </a:lvl5pPr>
            <a:lvl6pPr marL="2514600" indent="-228600" algn="ctr" eaLnBrk="0" fontAlgn="base" hangingPunct="0">
              <a:spcBef>
                <a:spcPct val="0"/>
              </a:spcBef>
              <a:spcAft>
                <a:spcPct val="0"/>
              </a:spcAft>
              <a:defRPr sz="2400">
                <a:solidFill>
                  <a:srgbClr val="FF0000"/>
                </a:solidFill>
                <a:latin typeface="Times New Roman" panose="02020603050405020304" pitchFamily="18" charset="0"/>
              </a:defRPr>
            </a:lvl6pPr>
            <a:lvl7pPr marL="2971800" indent="-228600" algn="ctr" eaLnBrk="0" fontAlgn="base" hangingPunct="0">
              <a:spcBef>
                <a:spcPct val="0"/>
              </a:spcBef>
              <a:spcAft>
                <a:spcPct val="0"/>
              </a:spcAft>
              <a:defRPr sz="2400">
                <a:solidFill>
                  <a:srgbClr val="FF0000"/>
                </a:solidFill>
                <a:latin typeface="Times New Roman" panose="02020603050405020304" pitchFamily="18" charset="0"/>
              </a:defRPr>
            </a:lvl7pPr>
            <a:lvl8pPr marL="3429000" indent="-228600" algn="ctr" eaLnBrk="0" fontAlgn="base" hangingPunct="0">
              <a:spcBef>
                <a:spcPct val="0"/>
              </a:spcBef>
              <a:spcAft>
                <a:spcPct val="0"/>
              </a:spcAft>
              <a:defRPr sz="2400">
                <a:solidFill>
                  <a:srgbClr val="FF0000"/>
                </a:solidFill>
                <a:latin typeface="Times New Roman" panose="02020603050405020304" pitchFamily="18" charset="0"/>
              </a:defRPr>
            </a:lvl8pPr>
            <a:lvl9pPr marL="3886200" indent="-228600" algn="ctr" eaLnBrk="0" fontAlgn="base" hangingPunct="0">
              <a:spcBef>
                <a:spcPct val="0"/>
              </a:spcBef>
              <a:spcAft>
                <a:spcPct val="0"/>
              </a:spcAft>
              <a:defRPr sz="2400">
                <a:solidFill>
                  <a:srgbClr val="FF0000"/>
                </a:solidFill>
                <a:latin typeface="Times New Roman" panose="02020603050405020304" pitchFamily="18" charset="0"/>
              </a:defRPr>
            </a:lvl9pPr>
          </a:lstStyle>
          <a:p>
            <a:pPr>
              <a:spcBef>
                <a:spcPct val="50000"/>
              </a:spcBef>
            </a:pPr>
            <a:r>
              <a:rPr lang="en-US" altLang="en-US" sz="4000" dirty="0">
                <a:solidFill>
                  <a:schemeClr val="tx1"/>
                </a:solidFill>
              </a:rPr>
              <a:t>ESCORT OFFICIAL TRAINING</a:t>
            </a:r>
            <a:r>
              <a:rPr lang="en-US" altLang="en-US" sz="40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0E25D43-3631-7721-9FE9-509E493A9DD4}"/>
              </a:ext>
            </a:extLst>
          </p:cNvPr>
          <p:cNvSpPr>
            <a:spLocks noGrp="1" noChangeArrowheads="1"/>
          </p:cNvSpPr>
          <p:nvPr>
            <p:ph type="title"/>
          </p:nvPr>
        </p:nvSpPr>
        <p:spPr>
          <a:xfrm>
            <a:off x="1663700" y="76200"/>
            <a:ext cx="7175500" cy="1143000"/>
          </a:xfrm>
        </p:spPr>
        <p:txBody>
          <a:bodyPr/>
          <a:lstStyle/>
          <a:p>
            <a:pPr algn="ctr"/>
            <a:r>
              <a:rPr lang="en-US" altLang="en-US" dirty="0"/>
              <a:t>OBJECTIVES</a:t>
            </a:r>
          </a:p>
        </p:txBody>
      </p:sp>
      <p:sp>
        <p:nvSpPr>
          <p:cNvPr id="7171" name="Rectangle 3">
            <a:extLst>
              <a:ext uri="{FF2B5EF4-FFF2-40B4-BE49-F238E27FC236}">
                <a16:creationId xmlns:a16="http://schemas.microsoft.com/office/drawing/2014/main" id="{CB248230-3575-59D4-8653-EB641504C7DF}"/>
              </a:ext>
            </a:extLst>
          </p:cNvPr>
          <p:cNvSpPr>
            <a:spLocks noGrp="1" noChangeArrowheads="1"/>
          </p:cNvSpPr>
          <p:nvPr>
            <p:ph type="body" idx="1"/>
          </p:nvPr>
        </p:nvSpPr>
        <p:spPr>
          <a:xfrm>
            <a:off x="381000" y="1600200"/>
            <a:ext cx="8404225" cy="4324350"/>
          </a:xfrm>
        </p:spPr>
        <p:txBody>
          <a:bodyPr/>
          <a:lstStyle/>
          <a:p>
            <a:pPr>
              <a:lnSpc>
                <a:spcPct val="80000"/>
              </a:lnSpc>
            </a:pPr>
            <a:r>
              <a:rPr lang="en-US" altLang="en-US" sz="2000" dirty="0"/>
              <a:t>DEFINE ESCORTED ENTRY</a:t>
            </a:r>
          </a:p>
          <a:p>
            <a:pPr>
              <a:lnSpc>
                <a:spcPct val="80000"/>
              </a:lnSpc>
            </a:pPr>
            <a:r>
              <a:rPr lang="en-US" altLang="en-US" sz="2000" dirty="0"/>
              <a:t>IDENTIFY ESCORT PRIVILEGES</a:t>
            </a:r>
          </a:p>
          <a:p>
            <a:pPr>
              <a:lnSpc>
                <a:spcPct val="80000"/>
              </a:lnSpc>
            </a:pPr>
            <a:r>
              <a:rPr lang="en-US" altLang="en-US" sz="2000" dirty="0"/>
              <a:t>IDENTIFY ESCORT RESPONSIBILITIES</a:t>
            </a:r>
          </a:p>
          <a:p>
            <a:pPr>
              <a:lnSpc>
                <a:spcPct val="80000"/>
              </a:lnSpc>
            </a:pPr>
            <a:r>
              <a:rPr lang="en-US" altLang="en-US" sz="2000" dirty="0"/>
              <a:t>ESTABLISH ESCORT BRIEFING REQUIREMENTS</a:t>
            </a:r>
          </a:p>
          <a:p>
            <a:pPr>
              <a:lnSpc>
                <a:spcPct val="80000"/>
              </a:lnSpc>
            </a:pPr>
            <a:r>
              <a:rPr lang="en-US" altLang="en-US" sz="2000" dirty="0"/>
              <a:t>IDENTIFY ESCORT VIOLATION PROTOCOL</a:t>
            </a:r>
          </a:p>
          <a:p>
            <a:pPr>
              <a:lnSpc>
                <a:spcPct val="80000"/>
              </a:lnSpc>
            </a:pPr>
            <a:r>
              <a:rPr lang="en-US" altLang="en-US" sz="2000" dirty="0"/>
              <a:t>PROVIDE ESCORT TRAINING TO PERSONNEL</a:t>
            </a:r>
          </a:p>
          <a:p>
            <a:pPr>
              <a:lnSpc>
                <a:spcPct val="80000"/>
              </a:lnSpc>
              <a:buFont typeface="Wingdings" panose="05000000000000000000" pitchFamily="2" charset="2"/>
              <a:buNone/>
            </a:pPr>
            <a:endParaRPr lang="en-US" altLang="en-US" sz="2000" dirty="0"/>
          </a:p>
          <a:p>
            <a:pPr>
              <a:lnSpc>
                <a:spcPct val="80000"/>
              </a:lnSpc>
            </a:pPr>
            <a:endParaRPr lang="en-US" altLang="en-US" sz="2000" dirty="0"/>
          </a:p>
          <a:p>
            <a:pPr>
              <a:lnSpc>
                <a:spcPct val="80000"/>
              </a:lnSpc>
            </a:pPr>
            <a:endParaRPr lang="en-US" altLang="en-US" sz="2000" i="1" dirty="0"/>
          </a:p>
          <a:p>
            <a:pPr>
              <a:lnSpc>
                <a:spcPct val="80000"/>
              </a:lnSpc>
            </a:pPr>
            <a:endParaRPr lang="en-US" altLang="en-US" sz="2000" i="1" dirty="0"/>
          </a:p>
          <a:p>
            <a:pPr>
              <a:lnSpc>
                <a:spcPct val="80000"/>
              </a:lnSpc>
            </a:pPr>
            <a:endParaRPr lang="en-US" altLang="en-US" sz="20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6767896-FC75-42AE-BA5C-2A87E3A1A9BC}"/>
              </a:ext>
            </a:extLst>
          </p:cNvPr>
          <p:cNvSpPr>
            <a:spLocks noGrp="1"/>
          </p:cNvSpPr>
          <p:nvPr>
            <p:ph type="title"/>
          </p:nvPr>
        </p:nvSpPr>
        <p:spPr/>
        <p:txBody>
          <a:bodyPr/>
          <a:lstStyle/>
          <a:p>
            <a:r>
              <a:rPr lang="en-US" altLang="en-US" dirty="0"/>
              <a:t>ESCORT AUTHORITY</a:t>
            </a:r>
          </a:p>
        </p:txBody>
      </p:sp>
      <p:sp>
        <p:nvSpPr>
          <p:cNvPr id="9219" name="Content Placeholder 4">
            <a:extLst>
              <a:ext uri="{FF2B5EF4-FFF2-40B4-BE49-F238E27FC236}">
                <a16:creationId xmlns:a16="http://schemas.microsoft.com/office/drawing/2014/main" id="{36745E4B-04F1-9FF2-A430-F2276DFE6F9B}"/>
              </a:ext>
            </a:extLst>
          </p:cNvPr>
          <p:cNvSpPr>
            <a:spLocks noGrp="1"/>
          </p:cNvSpPr>
          <p:nvPr>
            <p:ph idx="1"/>
          </p:nvPr>
        </p:nvSpPr>
        <p:spPr>
          <a:xfrm>
            <a:off x="358775" y="1452563"/>
            <a:ext cx="8131175" cy="4795837"/>
          </a:xfrm>
        </p:spPr>
        <p:txBody>
          <a:bodyPr/>
          <a:lstStyle/>
          <a:p>
            <a:r>
              <a:rPr lang="en-US" altLang="en-US" sz="1600" dirty="0"/>
              <a:t>Escorted Access</a:t>
            </a:r>
            <a:r>
              <a:rPr lang="en-US" altLang="en-US" sz="1600" b="0" dirty="0"/>
              <a:t>. A type of access where an individual must be appropriately accompanied at all times to ensure that the escorted individual does not cause unacceptable risk to the safety, security, or efficiency of an installation or its occupants..</a:t>
            </a:r>
          </a:p>
          <a:p>
            <a:pPr marL="285750" marR="0" lvl="0" indent="-285750" algn="l" defTabSz="914400" rtl="0" eaLnBrk="0" fontAlgn="base" latinLnBrk="0" hangingPunct="0">
              <a:lnSpc>
                <a:spcPct val="100000"/>
              </a:lnSpc>
              <a:spcBef>
                <a:spcPct val="100000"/>
              </a:spcBef>
              <a:spcAft>
                <a:spcPct val="0"/>
              </a:spcAft>
              <a:buClr>
                <a:srgbClr val="151C77"/>
              </a:buClr>
              <a:buSzPct val="80000"/>
              <a:buFont typeface="Wingdings" panose="05000000000000000000" pitchFamily="2" charset="2"/>
              <a:buChar char="n"/>
              <a:tabLst/>
              <a:defRPr/>
            </a:pPr>
            <a:r>
              <a:rPr kumimoji="0" lang="en-US" altLang="en-US" sz="1600" b="0" i="0" u="none" strike="noStrike" kern="0" cap="none" spc="0" normalizeH="0" baseline="0" noProof="0" dirty="0">
                <a:ln>
                  <a:noFill/>
                </a:ln>
                <a:solidFill>
                  <a:srgbClr val="000000"/>
                </a:solidFill>
                <a:effectLst/>
                <a:uLnTx/>
                <a:uFillTx/>
                <a:latin typeface="Arial"/>
                <a:ea typeface="+mn-ea"/>
                <a:cs typeface="+mn-cs"/>
              </a:rPr>
              <a:t>Escort authority allows an individual, with an authorized form of identification that certifies he/she has been successfully identity proofed and favorably vetted, to escort visitors on the installation.</a:t>
            </a:r>
            <a:endParaRPr lang="en-US" altLang="en-US" sz="1600" b="0" dirty="0"/>
          </a:p>
          <a:p>
            <a:pPr lvl="1"/>
            <a:r>
              <a:rPr lang="en-US" altLang="en-US" sz="1400" b="0" dirty="0"/>
              <a:t>DoD military personnel, DoD civilians, military retirees, adult dependents of military personnel and personnel in possession of a DD Form 2765 have inherent escort authority based upon the validity of the credential issuance procedures, prior honorable service, or dependency status. </a:t>
            </a:r>
          </a:p>
          <a:p>
            <a:pPr lvl="3"/>
            <a:r>
              <a:rPr lang="en-US" altLang="en-US" sz="1200" b="0" dirty="0"/>
              <a:t>Dependents are currently exempt from vetting, and the authorized card holder sponsoring them assumes the risk. Dependents that use their escort privileges for employment related duties are required to undergo vetting as a part of the employment process.</a:t>
            </a:r>
            <a:endParaRPr lang="en-US" altLang="en-US" sz="1000" b="0" dirty="0"/>
          </a:p>
          <a:p>
            <a:pPr lvl="1"/>
            <a:endParaRPr lang="en-US" altLang="en-US" sz="1800" dirty="0"/>
          </a:p>
          <a:p>
            <a:pPr lvl="1"/>
            <a:r>
              <a:rPr lang="en-US" altLang="en-US" sz="1600" b="0" dirty="0"/>
              <a:t>Base escort authority </a:t>
            </a:r>
            <a:r>
              <a:rPr lang="en-US" altLang="en-US" sz="1600" dirty="0"/>
              <a:t>does not </a:t>
            </a:r>
            <a:r>
              <a:rPr lang="en-US" altLang="en-US" sz="1600" b="0" dirty="0"/>
              <a:t>authorize vehicle occupants, or pedestrians if walking, to enter internal controlled, restricted, limited, or exclusion areas without first meeting all security</a:t>
            </a:r>
            <a:r>
              <a:rPr lang="en-US" altLang="en-US" sz="2000" b="0" dirty="0"/>
              <a:t> </a:t>
            </a:r>
            <a:r>
              <a:rPr lang="en-US" altLang="en-US" sz="1600" b="0" dirty="0"/>
              <a:t>requirements and procedures for those areas.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6767896-FC75-42AE-BA5C-2A87E3A1A9BC}"/>
              </a:ext>
            </a:extLst>
          </p:cNvPr>
          <p:cNvSpPr>
            <a:spLocks noGrp="1"/>
          </p:cNvSpPr>
          <p:nvPr>
            <p:ph type="title"/>
          </p:nvPr>
        </p:nvSpPr>
        <p:spPr/>
        <p:txBody>
          <a:bodyPr/>
          <a:lstStyle/>
          <a:p>
            <a:r>
              <a:rPr lang="en-US" altLang="en-US" dirty="0"/>
              <a:t>SPONSORSHIP</a:t>
            </a:r>
          </a:p>
        </p:txBody>
      </p:sp>
      <p:sp>
        <p:nvSpPr>
          <p:cNvPr id="9219" name="Content Placeholder 4">
            <a:extLst>
              <a:ext uri="{FF2B5EF4-FFF2-40B4-BE49-F238E27FC236}">
                <a16:creationId xmlns:a16="http://schemas.microsoft.com/office/drawing/2014/main" id="{36745E4B-04F1-9FF2-A430-F2276DFE6F9B}"/>
              </a:ext>
            </a:extLst>
          </p:cNvPr>
          <p:cNvSpPr>
            <a:spLocks noGrp="1"/>
          </p:cNvSpPr>
          <p:nvPr>
            <p:ph idx="1"/>
          </p:nvPr>
        </p:nvSpPr>
        <p:spPr>
          <a:xfrm>
            <a:off x="358775" y="1452563"/>
            <a:ext cx="8131175" cy="4795837"/>
          </a:xfrm>
        </p:spPr>
        <p:txBody>
          <a:bodyPr/>
          <a:lstStyle/>
          <a:p>
            <a:r>
              <a:rPr lang="en-US" altLang="en-US" sz="1400" b="0" dirty="0"/>
              <a:t>Sponsorship allows approved individuals who are affiliated with DoD to take responsibility for verifying an applicant’s purpose to enter to an installation. Visitors must still be identity proofed and vetted in order to receive a pass. </a:t>
            </a:r>
            <a:r>
              <a:rPr lang="en-US" altLang="en-US" sz="1400" dirty="0"/>
              <a:t>(T-0). </a:t>
            </a:r>
          </a:p>
          <a:p>
            <a:pPr lvl="1"/>
            <a:r>
              <a:rPr lang="en-US" altLang="en-US" sz="1400" b="0" dirty="0"/>
              <a:t>DoD Military members on official orders, CAC holders, military retirees, and dependents are authorized to sponsor individuals onto an installation they are affiliated with/assigned to for the duration of their Temporary/Active Duty orders. </a:t>
            </a:r>
          </a:p>
          <a:p>
            <a:pPr marL="285750" marR="0" lvl="0" indent="-285750" algn="l" defTabSz="914400" rtl="0" eaLnBrk="0" fontAlgn="base" latinLnBrk="0" hangingPunct="0">
              <a:lnSpc>
                <a:spcPct val="100000"/>
              </a:lnSpc>
              <a:spcBef>
                <a:spcPct val="100000"/>
              </a:spcBef>
              <a:spcAft>
                <a:spcPct val="0"/>
              </a:spcAft>
              <a:buClr>
                <a:srgbClr val="151C77"/>
              </a:buClr>
              <a:buSzPct val="80000"/>
              <a:buFont typeface="Wingdings" panose="05000000000000000000" pitchFamily="2" charset="2"/>
              <a:buChar char="n"/>
              <a:tabLst/>
              <a:defRPr/>
            </a:pPr>
            <a:r>
              <a:rPr kumimoji="0" lang="en-US" altLang="en-US" sz="1400" b="0" i="0" u="none" strike="noStrike" kern="0" cap="none" spc="0" normalizeH="0" baseline="0" noProof="0" dirty="0">
                <a:ln>
                  <a:noFill/>
                </a:ln>
                <a:solidFill>
                  <a:srgbClr val="000000"/>
                </a:solidFill>
                <a:effectLst/>
                <a:uLnTx/>
                <a:uFillTx/>
                <a:latin typeface="Arial"/>
                <a:ea typeface="+mn-ea"/>
                <a:cs typeface="+mn-cs"/>
              </a:rPr>
              <a:t>The hiring or sponsoring organization Unit Security Assistants (USA) will track investigations and notify employees of the need for reinvestigation requirements prior to the expiration of the current check.</a:t>
            </a:r>
          </a:p>
          <a:p>
            <a:pPr marL="285750" marR="0" lvl="0" indent="-285750" algn="l" defTabSz="914400" rtl="0" eaLnBrk="0" fontAlgn="base" latinLnBrk="0" hangingPunct="0">
              <a:lnSpc>
                <a:spcPct val="100000"/>
              </a:lnSpc>
              <a:spcBef>
                <a:spcPct val="100000"/>
              </a:spcBef>
              <a:spcAft>
                <a:spcPct val="0"/>
              </a:spcAft>
              <a:buClr>
                <a:srgbClr val="151C77"/>
              </a:buClr>
              <a:buSzPct val="80000"/>
              <a:buFont typeface="Wingdings" panose="05000000000000000000" pitchFamily="2" charset="2"/>
              <a:buChar char="n"/>
              <a:tabLst/>
              <a:defRPr/>
            </a:pPr>
            <a:r>
              <a:rPr kumimoji="0" lang="en-US" altLang="en-US" sz="1400" b="0" i="0" u="none" strike="noStrike" kern="0" cap="none" spc="0" normalizeH="0" baseline="0" noProof="0" dirty="0">
                <a:ln>
                  <a:noFill/>
                </a:ln>
                <a:solidFill>
                  <a:srgbClr val="000000"/>
                </a:solidFill>
                <a:effectLst/>
                <a:uLnTx/>
                <a:uFillTx/>
                <a:latin typeface="Arial"/>
                <a:ea typeface="+mn-ea"/>
                <a:cs typeface="+mn-cs"/>
              </a:rPr>
              <a:t>Sponsor must have a valid ID authorizing to sponsor or escort personnel onto the installation. Sponsor must be </a:t>
            </a:r>
            <a:r>
              <a:rPr kumimoji="0" lang="en-US" altLang="en-US" sz="1400" i="0" u="none" strike="noStrike" kern="0" cap="none" spc="0" normalizeH="0" baseline="0" noProof="0" dirty="0">
                <a:ln>
                  <a:noFill/>
                </a:ln>
                <a:solidFill>
                  <a:srgbClr val="000000"/>
                </a:solidFill>
                <a:effectLst/>
                <a:uLnTx/>
                <a:uFillTx/>
                <a:latin typeface="Arial"/>
                <a:ea typeface="+mn-ea"/>
                <a:cs typeface="+mn-cs"/>
              </a:rPr>
              <a:t>18 years old or over </a:t>
            </a:r>
            <a:r>
              <a:rPr kumimoji="0" lang="en-US" altLang="en-US" sz="1400" b="0" i="0" u="none" strike="noStrike" kern="0" cap="none" spc="0" normalizeH="0" baseline="0" noProof="0" dirty="0">
                <a:ln>
                  <a:noFill/>
                </a:ln>
                <a:solidFill>
                  <a:srgbClr val="000000"/>
                </a:solidFill>
                <a:effectLst/>
                <a:uLnTx/>
                <a:uFillTx/>
                <a:latin typeface="Arial"/>
                <a:ea typeface="+mn-ea"/>
                <a:cs typeface="+mn-cs"/>
              </a:rPr>
              <a:t>and will only escort the amount of people they can control at any given time </a:t>
            </a:r>
            <a:r>
              <a:rPr kumimoji="0" lang="en-US" altLang="en-US" sz="1400" i="0" u="none" strike="noStrike" kern="0" cap="none" spc="0" normalizeH="0" baseline="0" noProof="0" dirty="0">
                <a:ln>
                  <a:noFill/>
                </a:ln>
                <a:solidFill>
                  <a:srgbClr val="000000"/>
                </a:solidFill>
                <a:effectLst/>
                <a:uLnTx/>
                <a:uFillTx/>
                <a:latin typeface="Arial"/>
                <a:ea typeface="+mn-ea"/>
                <a:cs typeface="+mn-cs"/>
              </a:rPr>
              <a:t>not to exceed 10 </a:t>
            </a:r>
            <a:r>
              <a:rPr kumimoji="0" lang="en-US" altLang="en-US" sz="1400" b="0" i="0" u="none" strike="noStrike" kern="0" cap="none" spc="0" normalizeH="0" baseline="0" noProof="0" dirty="0">
                <a:ln>
                  <a:noFill/>
                </a:ln>
                <a:solidFill>
                  <a:srgbClr val="000000"/>
                </a:solidFill>
                <a:effectLst/>
                <a:uLnTx/>
                <a:uFillTx/>
                <a:latin typeface="Arial"/>
                <a:ea typeface="+mn-ea"/>
                <a:cs typeface="+mn-cs"/>
              </a:rPr>
              <a:t>personnel.</a:t>
            </a:r>
          </a:p>
          <a:p>
            <a:pPr marL="285750" marR="0" lvl="0" indent="-285750" algn="l" defTabSz="914400" rtl="0" eaLnBrk="0" fontAlgn="base" latinLnBrk="0" hangingPunct="0">
              <a:lnSpc>
                <a:spcPct val="100000"/>
              </a:lnSpc>
              <a:spcBef>
                <a:spcPct val="100000"/>
              </a:spcBef>
              <a:spcAft>
                <a:spcPct val="0"/>
              </a:spcAft>
              <a:buClr>
                <a:srgbClr val="151C77"/>
              </a:buClr>
              <a:buSzPct val="80000"/>
              <a:buFont typeface="Wingdings" panose="05000000000000000000" pitchFamily="2" charset="2"/>
              <a:buChar char="n"/>
              <a:tabLst/>
              <a:defRPr/>
            </a:pPr>
            <a:r>
              <a:rPr kumimoji="0" lang="en-US" altLang="en-US" sz="1400" b="0" i="0" u="none" strike="noStrike" kern="0" cap="none" spc="0" normalizeH="0" baseline="0" noProof="0" dirty="0">
                <a:ln>
                  <a:noFill/>
                </a:ln>
                <a:solidFill>
                  <a:srgbClr val="000000"/>
                </a:solidFill>
                <a:effectLst/>
                <a:uLnTx/>
                <a:uFillTx/>
                <a:latin typeface="Arial"/>
                <a:ea typeface="+mn-ea"/>
                <a:cs typeface="+mn-cs"/>
              </a:rPr>
              <a:t>All individuals utilizing a paper AF 75 can be transferred from one escort to another by printing and signing the name of the new escort on the back of the AF 75.</a:t>
            </a:r>
          </a:p>
          <a:p>
            <a:pPr lvl="2">
              <a:buFont typeface="Wingdings" panose="05000000000000000000" pitchFamily="2" charset="2"/>
              <a:buNone/>
            </a:pPr>
            <a:endParaRPr lang="en-US" altLang="en-US" dirty="0"/>
          </a:p>
        </p:txBody>
      </p:sp>
    </p:spTree>
    <p:extLst>
      <p:ext uri="{BB962C8B-B14F-4D97-AF65-F5344CB8AC3E}">
        <p14:creationId xmlns:p14="http://schemas.microsoft.com/office/powerpoint/2010/main" val="1278143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8C55051-C3E4-8B54-5798-B9CCE244A204}"/>
              </a:ext>
            </a:extLst>
          </p:cNvPr>
          <p:cNvSpPr>
            <a:spLocks noGrp="1"/>
          </p:cNvSpPr>
          <p:nvPr>
            <p:ph type="title"/>
          </p:nvPr>
        </p:nvSpPr>
        <p:spPr/>
        <p:txBody>
          <a:bodyPr/>
          <a:lstStyle/>
          <a:p>
            <a:r>
              <a:rPr lang="en-US" altLang="en-US" dirty="0"/>
              <a:t>ESCORT RESPONSIBILITIES</a:t>
            </a:r>
          </a:p>
        </p:txBody>
      </p:sp>
      <p:sp>
        <p:nvSpPr>
          <p:cNvPr id="10243" name="Content Placeholder 4">
            <a:extLst>
              <a:ext uri="{FF2B5EF4-FFF2-40B4-BE49-F238E27FC236}">
                <a16:creationId xmlns:a16="http://schemas.microsoft.com/office/drawing/2014/main" id="{B3F2E578-279A-ACA1-A0EE-606796208A6E}"/>
              </a:ext>
            </a:extLst>
          </p:cNvPr>
          <p:cNvSpPr>
            <a:spLocks noGrp="1"/>
          </p:cNvSpPr>
          <p:nvPr>
            <p:ph idx="1"/>
          </p:nvPr>
        </p:nvSpPr>
        <p:spPr>
          <a:xfrm>
            <a:off x="358775" y="1452563"/>
            <a:ext cx="8131175" cy="4795837"/>
          </a:xfrm>
        </p:spPr>
        <p:txBody>
          <a:bodyPr/>
          <a:lstStyle/>
          <a:p>
            <a:r>
              <a:rPr lang="en-US" altLang="en-US" dirty="0"/>
              <a:t>ESCORT OFFICIAL MUST:</a:t>
            </a:r>
          </a:p>
          <a:p>
            <a:pPr lvl="1"/>
            <a:r>
              <a:rPr lang="en-US" altLang="en-US" sz="1800" dirty="0"/>
              <a:t>MEET VISITOR AT VCC</a:t>
            </a:r>
          </a:p>
          <a:p>
            <a:pPr lvl="1"/>
            <a:r>
              <a:rPr lang="en-US" altLang="en-US" sz="1800" dirty="0"/>
              <a:t>ENSURE INDIVIDUAL IS ISSUED AN AF Form 75 (Visitor Pass)</a:t>
            </a:r>
          </a:p>
          <a:p>
            <a:pPr lvl="1"/>
            <a:r>
              <a:rPr lang="en-US" altLang="en-US" sz="1800" dirty="0"/>
              <a:t>ENSURE INDIVIDUAL COMPLIES WITH BASE REGULATIONS /REQUIREMENTS</a:t>
            </a:r>
          </a:p>
          <a:p>
            <a:pPr lvl="1"/>
            <a:r>
              <a:rPr lang="en-US" altLang="en-US" sz="1800" dirty="0"/>
              <a:t>MAINTAIN POSITIVE CONTROL OF PERSONNEL ESCORTED    </a:t>
            </a:r>
          </a:p>
          <a:p>
            <a:pPr lvl="1"/>
            <a:r>
              <a:rPr lang="en-US" altLang="en-US" sz="1800" dirty="0"/>
              <a:t>KEEP ESCORTED PERSONNEL IN LINE OF SIGHT AT ALL TIMES</a:t>
            </a:r>
          </a:p>
          <a:p>
            <a:pPr lvl="1"/>
            <a:r>
              <a:rPr lang="en-US" altLang="en-US" sz="1800" dirty="0"/>
              <a:t>ACCOMPANY AT ALL TIMES WHILE ON THE  INSTALLATION</a:t>
            </a:r>
          </a:p>
          <a:p>
            <a:pPr lvl="1"/>
            <a:r>
              <a:rPr lang="en-US" altLang="en-US" sz="1800" dirty="0"/>
              <a:t>IMMEDIATELY REPORT LOSS OF CONTACT WITH PERSON(S) BEING ESCORTED TO BDOC (</a:t>
            </a:r>
            <a:r>
              <a:rPr lang="en-US" altLang="en-US" sz="1800" dirty="0">
                <a:solidFill>
                  <a:srgbClr val="FF0000"/>
                </a:solidFill>
              </a:rPr>
              <a:t>01638522333</a:t>
            </a:r>
            <a:r>
              <a:rPr lang="en-US" altLang="en-US" sz="1800" dirty="0"/>
              <a:t>). </a:t>
            </a:r>
          </a:p>
          <a:p>
            <a:endParaRPr lang="en-US" altLang="en-US" sz="1800" dirty="0"/>
          </a:p>
          <a:p>
            <a:pPr lvl="1"/>
            <a:endParaRPr lang="en-US" altLang="en-US" sz="1800" dirty="0"/>
          </a:p>
          <a:p>
            <a:pPr lvl="1"/>
            <a:endParaRPr lang="en-US" altLang="en-US" dirty="0"/>
          </a:p>
          <a:p>
            <a:pPr lvl="1">
              <a:buFont typeface="Wingdings" panose="05000000000000000000" pitchFamily="2" charset="2"/>
              <a:buNone/>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A081D26-C67D-C5BE-9EF2-F06F805A9E78}"/>
              </a:ext>
            </a:extLst>
          </p:cNvPr>
          <p:cNvSpPr>
            <a:spLocks noGrp="1"/>
          </p:cNvSpPr>
          <p:nvPr>
            <p:ph type="title"/>
          </p:nvPr>
        </p:nvSpPr>
        <p:spPr/>
        <p:txBody>
          <a:bodyPr/>
          <a:lstStyle/>
          <a:p>
            <a:r>
              <a:rPr lang="en-US" altLang="en-US" dirty="0"/>
              <a:t>ESCORT BRIEFING</a:t>
            </a:r>
          </a:p>
        </p:txBody>
      </p:sp>
      <p:sp>
        <p:nvSpPr>
          <p:cNvPr id="11267" name="Content Placeholder 4">
            <a:extLst>
              <a:ext uri="{FF2B5EF4-FFF2-40B4-BE49-F238E27FC236}">
                <a16:creationId xmlns:a16="http://schemas.microsoft.com/office/drawing/2014/main" id="{0F2A1296-46DC-B3E5-D222-73888806BBA7}"/>
              </a:ext>
            </a:extLst>
          </p:cNvPr>
          <p:cNvSpPr>
            <a:spLocks noGrp="1"/>
          </p:cNvSpPr>
          <p:nvPr>
            <p:ph idx="1"/>
          </p:nvPr>
        </p:nvSpPr>
        <p:spPr>
          <a:xfrm>
            <a:off x="358775" y="1452563"/>
            <a:ext cx="8131175" cy="4795837"/>
          </a:xfrm>
        </p:spPr>
        <p:txBody>
          <a:bodyPr/>
          <a:lstStyle/>
          <a:p>
            <a:r>
              <a:rPr lang="en-US" altLang="en-US" dirty="0"/>
              <a:t>ESCORTED INDIVIDUAL MUST:</a:t>
            </a:r>
          </a:p>
          <a:p>
            <a:pPr lvl="1"/>
            <a:r>
              <a:rPr lang="en-US" altLang="en-US" sz="1800" dirty="0"/>
              <a:t>LIMIT YOUR MOVEMENT TO AUTHORIZED AREAS ONLY</a:t>
            </a:r>
          </a:p>
          <a:p>
            <a:pPr lvl="2"/>
            <a:r>
              <a:rPr lang="en-US" altLang="en-US" sz="1400" dirty="0"/>
              <a:t>ENTER RESTRICTED OR CONTROLLED AREAS WITH AUTHORIZED INDIVIDUALS ONLY.  IF IN DOUBT, ASK….  </a:t>
            </a:r>
          </a:p>
          <a:p>
            <a:pPr lvl="1"/>
            <a:r>
              <a:rPr lang="en-US" altLang="en-US" sz="1800" dirty="0"/>
              <a:t>OBSERVE ALL TRAFFIC LAWS</a:t>
            </a:r>
          </a:p>
          <a:p>
            <a:pPr lvl="2"/>
            <a:r>
              <a:rPr lang="en-US" altLang="en-US" sz="1400" dirty="0"/>
              <a:t>BASE HAS UK ROAD SIGNS AND MARKINGS </a:t>
            </a:r>
          </a:p>
          <a:p>
            <a:pPr lvl="2"/>
            <a:r>
              <a:rPr lang="en-US" altLang="en-US" sz="1400" dirty="0"/>
              <a:t>BEWARE OF 4 WAY STOPS.  </a:t>
            </a:r>
          </a:p>
          <a:p>
            <a:pPr lvl="1"/>
            <a:r>
              <a:rPr lang="en-US" altLang="en-US" sz="1800" dirty="0"/>
              <a:t>PERSON ISSUED PASS IS RESPONSIBLE FOR OTHERS IN PARTY</a:t>
            </a:r>
          </a:p>
          <a:p>
            <a:pPr lvl="2"/>
            <a:r>
              <a:rPr lang="en-US" altLang="en-US" sz="1400" dirty="0"/>
              <a:t>ALL SIGNED IN ON THAT PASS</a:t>
            </a:r>
          </a:p>
          <a:p>
            <a:pPr lvl="1"/>
            <a:r>
              <a:rPr lang="en-US" altLang="en-US" sz="1800" dirty="0"/>
              <a:t>MUST KEEP PASS READILY AVAILABLE AT ALL TIMES</a:t>
            </a:r>
          </a:p>
          <a:p>
            <a:pPr lvl="2"/>
            <a:r>
              <a:rPr lang="en-US" altLang="en-US" sz="1400" dirty="0"/>
              <a:t>NECESSARY TO SHOW PROOF OF AUTHORIZED VISIT</a:t>
            </a:r>
          </a:p>
          <a:p>
            <a:pPr lvl="2"/>
            <a:r>
              <a:rPr lang="en-US" altLang="en-US" sz="1400" dirty="0"/>
              <a:t>BE CAREFUL OF SPLITTING UP IF SEVERAL ARE LISTED ON ONE PASS…..NO PASS WITH YOUR NAME ON IT IN HAND…..YOU ARE IN VIOLATION!</a:t>
            </a:r>
          </a:p>
          <a:p>
            <a:endParaRPr lang="en-US" altLang="en-US" sz="1800" dirty="0"/>
          </a:p>
          <a:p>
            <a:pPr lvl="1"/>
            <a:endParaRPr lang="en-US" altLang="en-US" sz="1800" dirty="0"/>
          </a:p>
          <a:p>
            <a:pPr lvl="1"/>
            <a:endParaRPr lang="en-US" altLang="en-US" dirty="0"/>
          </a:p>
          <a:p>
            <a:pPr lvl="1">
              <a:buFont typeface="Wingdings" panose="05000000000000000000" pitchFamily="2" charset="2"/>
              <a:buNone/>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6E9842C-BAF1-DAB1-6EAD-2E12B7BD59F0}"/>
              </a:ext>
            </a:extLst>
          </p:cNvPr>
          <p:cNvSpPr>
            <a:spLocks noGrp="1"/>
          </p:cNvSpPr>
          <p:nvPr>
            <p:ph type="title"/>
          </p:nvPr>
        </p:nvSpPr>
        <p:spPr/>
        <p:txBody>
          <a:bodyPr/>
          <a:lstStyle/>
          <a:p>
            <a:r>
              <a:rPr lang="en-US" altLang="en-US" dirty="0"/>
              <a:t>ESCORT BRIEFING (DRIVERS)</a:t>
            </a:r>
          </a:p>
        </p:txBody>
      </p:sp>
      <p:sp>
        <p:nvSpPr>
          <p:cNvPr id="12291" name="Content Placeholder 4">
            <a:extLst>
              <a:ext uri="{FF2B5EF4-FFF2-40B4-BE49-F238E27FC236}">
                <a16:creationId xmlns:a16="http://schemas.microsoft.com/office/drawing/2014/main" id="{15894B47-79A9-3A99-4AC3-84AB3CD99180}"/>
              </a:ext>
            </a:extLst>
          </p:cNvPr>
          <p:cNvSpPr>
            <a:spLocks noGrp="1"/>
          </p:cNvSpPr>
          <p:nvPr>
            <p:ph idx="1"/>
          </p:nvPr>
        </p:nvSpPr>
        <p:spPr>
          <a:xfrm>
            <a:off x="358775" y="1452563"/>
            <a:ext cx="8131175" cy="4795837"/>
          </a:xfrm>
        </p:spPr>
        <p:txBody>
          <a:bodyPr/>
          <a:lstStyle/>
          <a:p>
            <a:r>
              <a:rPr lang="en-US" altLang="en-US" dirty="0"/>
              <a:t>BRIEF THE FOLLOWING IF INDIVIDUAL IS DRIVING</a:t>
            </a:r>
          </a:p>
          <a:p>
            <a:pPr lvl="1"/>
            <a:r>
              <a:rPr lang="en-US" altLang="en-US" sz="1600" dirty="0"/>
              <a:t>BASE SPEED LIMITS….25MPH UNLESS OTHERWISE POSTED</a:t>
            </a:r>
          </a:p>
          <a:p>
            <a:pPr lvl="1"/>
            <a:r>
              <a:rPr lang="en-US" altLang="en-US" sz="1600" dirty="0"/>
              <a:t>PARKING RESTRICTIONS…..DO NOT PARK OUTSIDE OF MARKED AREAS UNLESS THE WORK DICTATES OTHERWISE</a:t>
            </a:r>
          </a:p>
          <a:p>
            <a:pPr lvl="1"/>
            <a:r>
              <a:rPr lang="en-US" altLang="en-US" sz="1600" dirty="0"/>
              <a:t>CONSENT TO SEARCH LAWS…..IF YOU ARE CITED AND UNDER THE INFLUENCE YOU WILL BE TESTED…..IF YOU DECLINE….LOSS OF BASE ACCESS AND POSSIBLE BARMENT</a:t>
            </a:r>
          </a:p>
          <a:p>
            <a:pPr lvl="1"/>
            <a:r>
              <a:rPr lang="en-US" altLang="en-US" sz="1600" dirty="0"/>
              <a:t>VEHICLE TOWING  POLICIES…..YOU WILL BE REQUIRED TO REIMBURSE TOWING COMPANY IF YOUR VEHICLE HAS TO BE TOWED…… IMPOUND FEES WILL ALSO APPLY</a:t>
            </a:r>
          </a:p>
          <a:p>
            <a:pPr lvl="1"/>
            <a:r>
              <a:rPr lang="en-US" altLang="en-US" sz="1600" dirty="0"/>
              <a:t>OCCUPANT RESTRAINTS MUST BE USED WHILE ON THE INSTALLATION</a:t>
            </a:r>
          </a:p>
          <a:p>
            <a:pPr lvl="1">
              <a:buFont typeface="Wingdings" panose="05000000000000000000" pitchFamily="2" charset="2"/>
              <a:buNone/>
            </a:pPr>
            <a:r>
              <a:rPr lang="en-US" altLang="en-US" sz="2000" dirty="0"/>
              <a:t>	</a:t>
            </a:r>
            <a:r>
              <a:rPr lang="en-US" altLang="en-US" sz="2000" i="1" dirty="0">
                <a:solidFill>
                  <a:srgbClr val="FF0000"/>
                </a:solidFill>
              </a:rPr>
              <a:t>By accepting an installation access pass, the visitor agrees to abide by all installation rules and regulations to include speed limits and restricted area controls</a:t>
            </a:r>
            <a:endParaRPr lang="en-US" altLang="en-US" sz="1800" i="1" dirty="0">
              <a:solidFill>
                <a:srgbClr val="FF0000"/>
              </a:solidFill>
            </a:endParaRPr>
          </a:p>
          <a:p>
            <a:endParaRPr lang="en-US" altLang="en-US" sz="1800" dirty="0"/>
          </a:p>
          <a:p>
            <a:pPr lvl="1"/>
            <a:endParaRPr lang="en-US" altLang="en-US" sz="1800" dirty="0"/>
          </a:p>
          <a:p>
            <a:pPr lvl="1"/>
            <a:endParaRPr lang="en-US" altLang="en-US" dirty="0"/>
          </a:p>
          <a:p>
            <a:pPr lvl="1">
              <a:buFont typeface="Wingdings" panose="05000000000000000000" pitchFamily="2" charset="2"/>
              <a:buNone/>
            </a:pP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93C51787-474E-63A0-FE25-07706CCAE797}"/>
              </a:ext>
            </a:extLst>
          </p:cNvPr>
          <p:cNvSpPr>
            <a:spLocks noGrp="1"/>
          </p:cNvSpPr>
          <p:nvPr>
            <p:ph type="title"/>
          </p:nvPr>
        </p:nvSpPr>
        <p:spPr/>
        <p:txBody>
          <a:bodyPr/>
          <a:lstStyle/>
          <a:p>
            <a:r>
              <a:rPr lang="en-US" altLang="en-US" dirty="0"/>
              <a:t>ESCORT VIOLATIONS</a:t>
            </a:r>
          </a:p>
        </p:txBody>
      </p:sp>
      <p:sp>
        <p:nvSpPr>
          <p:cNvPr id="13315" name="Content Placeholder 4">
            <a:extLst>
              <a:ext uri="{FF2B5EF4-FFF2-40B4-BE49-F238E27FC236}">
                <a16:creationId xmlns:a16="http://schemas.microsoft.com/office/drawing/2014/main" id="{542728D9-20F5-1A16-4707-11EC1382ACD3}"/>
              </a:ext>
            </a:extLst>
          </p:cNvPr>
          <p:cNvSpPr>
            <a:spLocks noGrp="1"/>
          </p:cNvSpPr>
          <p:nvPr>
            <p:ph idx="1"/>
          </p:nvPr>
        </p:nvSpPr>
        <p:spPr>
          <a:xfrm>
            <a:off x="358775" y="1452563"/>
            <a:ext cx="8131175" cy="4795837"/>
          </a:xfrm>
        </p:spPr>
        <p:txBody>
          <a:bodyPr/>
          <a:lstStyle/>
          <a:p>
            <a:pPr lvl="1"/>
            <a:r>
              <a:rPr lang="en-US" altLang="en-US" sz="1400" dirty="0"/>
              <a:t>1</a:t>
            </a:r>
            <a:r>
              <a:rPr lang="en-US" altLang="en-US" sz="1400" baseline="30000" dirty="0"/>
              <a:t>ST</a:t>
            </a:r>
            <a:r>
              <a:rPr lang="en-US" altLang="en-US" sz="1400" dirty="0"/>
              <a:t> VIOLATION</a:t>
            </a:r>
          </a:p>
          <a:p>
            <a:pPr lvl="2"/>
            <a:r>
              <a:rPr lang="en-US" altLang="en-US" sz="1200" dirty="0"/>
              <a:t>30 DAY SUSPENSION OF ESCORT PRIVILEGES</a:t>
            </a:r>
          </a:p>
          <a:p>
            <a:pPr lvl="2"/>
            <a:r>
              <a:rPr lang="en-US" altLang="en-US" sz="1200" dirty="0"/>
              <a:t>NEW PASS ISSUED</a:t>
            </a:r>
          </a:p>
          <a:p>
            <a:pPr lvl="2"/>
            <a:r>
              <a:rPr lang="en-US" altLang="en-US" sz="1200" dirty="0"/>
              <a:t>VCC, INDIVIDUAL, AND SPONSORING AGENCY NOTIFIED</a:t>
            </a:r>
          </a:p>
          <a:p>
            <a:pPr lvl="2"/>
            <a:r>
              <a:rPr lang="en-US" altLang="en-US" sz="1200" dirty="0"/>
              <a:t>ESCORT VIOLATION LETTER ISSUED</a:t>
            </a:r>
          </a:p>
          <a:p>
            <a:pPr lvl="2"/>
            <a:r>
              <a:rPr lang="en-US" altLang="en-US" sz="1200" dirty="0"/>
              <a:t>The 48 MSG/CC MAY APPLY ADDITIONAL RESTRICTIONS</a:t>
            </a:r>
          </a:p>
          <a:p>
            <a:pPr lvl="1"/>
            <a:r>
              <a:rPr lang="en-US" altLang="en-US" sz="1400" dirty="0"/>
              <a:t>2</a:t>
            </a:r>
            <a:r>
              <a:rPr lang="en-US" altLang="en-US" sz="1400" baseline="30000" dirty="0"/>
              <a:t>ND</a:t>
            </a:r>
            <a:r>
              <a:rPr lang="en-US" altLang="en-US" sz="1400" dirty="0"/>
              <a:t> VIOLATION</a:t>
            </a:r>
          </a:p>
          <a:p>
            <a:pPr lvl="2"/>
            <a:r>
              <a:rPr lang="en-US" altLang="en-US" sz="1200" dirty="0"/>
              <a:t>120 DAY SUSPENSION OF ESCORT PRIVILEGES</a:t>
            </a:r>
          </a:p>
          <a:p>
            <a:pPr lvl="2"/>
            <a:r>
              <a:rPr lang="en-US" altLang="en-US" sz="1200" dirty="0"/>
              <a:t>NEW PASS ISSUED</a:t>
            </a:r>
          </a:p>
          <a:p>
            <a:pPr lvl="2"/>
            <a:r>
              <a:rPr lang="en-US" altLang="en-US" sz="1200" dirty="0"/>
              <a:t>POSSIBLE BARMENT FROM BASE</a:t>
            </a:r>
          </a:p>
          <a:p>
            <a:pPr marL="688975" marR="0" lvl="1" indent="-282575" algn="l"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Char char="n"/>
              <a:tabLst/>
              <a:defRPr/>
            </a:pPr>
            <a:r>
              <a:rPr lang="en-US" altLang="en-US" sz="1400" dirty="0">
                <a:solidFill>
                  <a:srgbClr val="000000"/>
                </a:solidFill>
                <a:latin typeface="Arial"/>
              </a:rPr>
              <a:t>3</a:t>
            </a:r>
            <a:r>
              <a:rPr lang="en-US" altLang="en-US" sz="1400" baseline="30000" dirty="0">
                <a:solidFill>
                  <a:srgbClr val="000000"/>
                </a:solidFill>
                <a:latin typeface="Arial"/>
              </a:rPr>
              <a:t>RD</a:t>
            </a:r>
            <a:r>
              <a:rPr kumimoji="0" lang="en-US" altLang="en-US" sz="1400" b="1" i="0" u="none" strike="noStrike" kern="0" cap="none" spc="0" normalizeH="0" baseline="0" noProof="0" dirty="0">
                <a:ln>
                  <a:noFill/>
                </a:ln>
                <a:solidFill>
                  <a:srgbClr val="000000"/>
                </a:solidFill>
                <a:effectLst/>
                <a:uLnTx/>
                <a:uFillTx/>
                <a:latin typeface="Arial"/>
              </a:rPr>
              <a:t> VIOLATION</a:t>
            </a:r>
          </a:p>
          <a:p>
            <a:pPr marL="1027113" marR="0" lvl="2" indent="-223838" algn="l"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Char char="n"/>
              <a:tabLst/>
              <a:defRPr/>
            </a:pPr>
            <a:r>
              <a:rPr kumimoji="0" lang="en-US" altLang="en-US" sz="1200" b="1" i="0" u="none" strike="noStrike" kern="0" cap="none" spc="0" normalizeH="0" baseline="0" noProof="0" dirty="0">
                <a:ln>
                  <a:noFill/>
                </a:ln>
                <a:solidFill>
                  <a:srgbClr val="000000"/>
                </a:solidFill>
                <a:effectLst/>
                <a:uLnTx/>
                <a:uFillTx/>
                <a:latin typeface="Arial"/>
              </a:rPr>
              <a:t>1 year loss of escort privileges</a:t>
            </a:r>
          </a:p>
          <a:p>
            <a:pPr marL="1027113" marR="0" lvl="2" indent="-223838" algn="l"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Char char="n"/>
              <a:tabLst/>
              <a:defRPr/>
            </a:pPr>
            <a:r>
              <a:rPr kumimoji="0" lang="en-US" altLang="en-US" sz="1200" b="1" i="0" u="none" strike="noStrike" kern="0" cap="none" spc="0" normalizeH="0" baseline="0" noProof="0" dirty="0">
                <a:ln>
                  <a:noFill/>
                </a:ln>
                <a:solidFill>
                  <a:srgbClr val="000000"/>
                </a:solidFill>
                <a:effectLst/>
                <a:uLnTx/>
                <a:uFillTx/>
                <a:latin typeface="Arial"/>
              </a:rPr>
              <a:t>NEW PASS ISSUED</a:t>
            </a:r>
          </a:p>
          <a:p>
            <a:pPr marL="1027113" marR="0" lvl="2" indent="-223838" algn="l"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Char char="n"/>
              <a:tabLst/>
              <a:defRPr/>
            </a:pPr>
            <a:r>
              <a:rPr kumimoji="0" lang="en-US" altLang="en-US" sz="1200" b="1" i="0" u="none" strike="noStrike" kern="0" cap="none" spc="0" normalizeH="0" baseline="0" noProof="0" dirty="0">
                <a:ln>
                  <a:noFill/>
                </a:ln>
                <a:solidFill>
                  <a:srgbClr val="000000"/>
                </a:solidFill>
                <a:effectLst/>
                <a:uLnTx/>
                <a:uFillTx/>
                <a:latin typeface="Arial"/>
              </a:rPr>
              <a:t>POSSIBLE BARMENT FROM BASE</a:t>
            </a:r>
          </a:p>
          <a:p>
            <a:pPr lvl="1"/>
            <a:r>
              <a:rPr lang="en-US" altLang="en-US" sz="1400" dirty="0"/>
              <a:t>48 SFS/Pass and Registration will maintain a listing of individuals who have their escort privileges suspended and will distribute the list to the Visitor Control Center (VCC) and ECC. This list will be updated as required. Violators may appeal suspensions of escort privileges through the DFC to the 48 MSG/CC.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92A96-509B-0AFB-CCC4-8E9490396D90}"/>
              </a:ext>
            </a:extLst>
          </p:cNvPr>
          <p:cNvSpPr>
            <a:spLocks noGrp="1"/>
          </p:cNvSpPr>
          <p:nvPr>
            <p:ph type="title"/>
          </p:nvPr>
        </p:nvSpPr>
        <p:spPr/>
        <p:txBody>
          <a:bodyPr/>
          <a:lstStyle/>
          <a:p>
            <a:r>
              <a:rPr lang="en-US" dirty="0"/>
              <a:t>ESCORTING IN RESTRICTED AREAS</a:t>
            </a:r>
          </a:p>
        </p:txBody>
      </p:sp>
      <p:sp>
        <p:nvSpPr>
          <p:cNvPr id="3" name="Content Placeholder 2">
            <a:extLst>
              <a:ext uri="{FF2B5EF4-FFF2-40B4-BE49-F238E27FC236}">
                <a16:creationId xmlns:a16="http://schemas.microsoft.com/office/drawing/2014/main" id="{AC7F0B48-913E-654E-7B21-F7DFA03D37E0}"/>
              </a:ext>
            </a:extLst>
          </p:cNvPr>
          <p:cNvSpPr>
            <a:spLocks noGrp="1"/>
          </p:cNvSpPr>
          <p:nvPr>
            <p:ph idx="1"/>
          </p:nvPr>
        </p:nvSpPr>
        <p:spPr>
          <a:xfrm>
            <a:off x="358775" y="1452563"/>
            <a:ext cx="8556625" cy="4324350"/>
          </a:xfrm>
        </p:spPr>
        <p:txBody>
          <a:bodyPr/>
          <a:lstStyle/>
          <a:p>
            <a:r>
              <a:rPr lang="en-US" sz="1400" dirty="0"/>
              <a:t>Escorts MUST have the specific Restricted Area listed on their Restricted Area Badge (RAB)</a:t>
            </a:r>
          </a:p>
          <a:p>
            <a:r>
              <a:rPr lang="en-US" sz="1400" dirty="0"/>
              <a:t>Escorts must be identified as an escort for that area</a:t>
            </a:r>
          </a:p>
          <a:p>
            <a:r>
              <a:rPr lang="en-US" sz="1400" dirty="0"/>
              <a:t>Escorts must ensure who they are escorting has a legitimate and legal reason to be in the restricted area</a:t>
            </a:r>
          </a:p>
          <a:p>
            <a:r>
              <a:rPr lang="en-US" sz="1400" dirty="0"/>
              <a:t>Escorts must insure the person being escorted is in the restricted area for no longer than is required to complete the reason for the visit</a:t>
            </a:r>
          </a:p>
          <a:p>
            <a:r>
              <a:rPr lang="en-US" sz="1400" dirty="0"/>
              <a:t>RAB’s must be in plain view above the waist at all times when in the restricted area</a:t>
            </a:r>
          </a:p>
          <a:p>
            <a:r>
              <a:rPr lang="en-US" sz="1400" dirty="0"/>
              <a:t>When leaving restricted area promptly remove your RAB from view</a:t>
            </a:r>
          </a:p>
          <a:p>
            <a:r>
              <a:rPr lang="en-US" sz="1400" dirty="0"/>
              <a:t>Displaying the RAB outside of Restricted Areas and noncompliance with standard procedures are nonverbal indicators of duress</a:t>
            </a:r>
          </a:p>
          <a:p>
            <a:r>
              <a:rPr lang="en-US" sz="1100" dirty="0">
                <a:solidFill>
                  <a:srgbClr val="FF0000"/>
                </a:solidFill>
              </a:rPr>
              <a:t>PHOTOGRAPHY IS PROHIBITED WITHOUT PRIOR APPROVIAL </a:t>
            </a:r>
          </a:p>
          <a:p>
            <a:pPr lvl="1"/>
            <a:r>
              <a:rPr lang="en-US" sz="1100" dirty="0">
                <a:solidFill>
                  <a:srgbClr val="FF0000"/>
                </a:solidFill>
              </a:rPr>
              <a:t>Military members will face punishment under UCMJ or administrative action</a:t>
            </a:r>
          </a:p>
          <a:p>
            <a:pPr lvl="1"/>
            <a:r>
              <a:rPr lang="en-US" sz="1100" dirty="0">
                <a:solidFill>
                  <a:srgbClr val="FF0000"/>
                </a:solidFill>
              </a:rPr>
              <a:t>Civilian members may face permanent </a:t>
            </a:r>
            <a:r>
              <a:rPr lang="en-US" sz="1100" dirty="0" err="1">
                <a:solidFill>
                  <a:srgbClr val="FF0000"/>
                </a:solidFill>
              </a:rPr>
              <a:t>barment</a:t>
            </a:r>
            <a:r>
              <a:rPr lang="en-US" sz="1100" dirty="0">
                <a:solidFill>
                  <a:srgbClr val="FF0000"/>
                </a:solidFill>
              </a:rPr>
              <a:t> from the installation and may face civilian criminal charges</a:t>
            </a:r>
          </a:p>
          <a:p>
            <a:r>
              <a:rPr lang="en-US" sz="1100" dirty="0">
                <a:solidFill>
                  <a:srgbClr val="FF0000"/>
                </a:solidFill>
              </a:rPr>
              <a:t>Contact 48 SFS Resource Protection 226-1427 to coordinate a Photo Pass</a:t>
            </a:r>
          </a:p>
        </p:txBody>
      </p:sp>
    </p:spTree>
    <p:extLst>
      <p:ext uri="{BB962C8B-B14F-4D97-AF65-F5344CB8AC3E}">
        <p14:creationId xmlns:p14="http://schemas.microsoft.com/office/powerpoint/2010/main" val="977793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28116CF-55A7-C4DC-2057-2DD793B56DD8}"/>
              </a:ext>
            </a:extLst>
          </p:cNvPr>
          <p:cNvSpPr>
            <a:spLocks noGrp="1"/>
          </p:cNvSpPr>
          <p:nvPr>
            <p:ph type="title"/>
          </p:nvPr>
        </p:nvSpPr>
        <p:spPr/>
        <p:txBody>
          <a:bodyPr/>
          <a:lstStyle/>
          <a:p>
            <a:r>
              <a:rPr lang="en-US" altLang="en-US" dirty="0"/>
              <a:t>ESCORT TRAINING</a:t>
            </a:r>
          </a:p>
        </p:txBody>
      </p:sp>
      <p:sp>
        <p:nvSpPr>
          <p:cNvPr id="14339" name="Content Placeholder 4">
            <a:extLst>
              <a:ext uri="{FF2B5EF4-FFF2-40B4-BE49-F238E27FC236}">
                <a16:creationId xmlns:a16="http://schemas.microsoft.com/office/drawing/2014/main" id="{D787AE88-27A1-21B8-874B-043F21D852F6}"/>
              </a:ext>
            </a:extLst>
          </p:cNvPr>
          <p:cNvSpPr>
            <a:spLocks noGrp="1"/>
          </p:cNvSpPr>
          <p:nvPr>
            <p:ph idx="1"/>
          </p:nvPr>
        </p:nvSpPr>
        <p:spPr>
          <a:xfrm>
            <a:off x="358775" y="1452563"/>
            <a:ext cx="8131175" cy="4795837"/>
          </a:xfrm>
        </p:spPr>
        <p:txBody>
          <a:bodyPr/>
          <a:lstStyle/>
          <a:p>
            <a:r>
              <a:rPr lang="en-US" altLang="en-US" dirty="0"/>
              <a:t>ANY QUESTIONS?</a:t>
            </a:r>
            <a:endParaRPr lang="en-US" altLang="en-US" sz="1800" dirty="0"/>
          </a:p>
          <a:p>
            <a:pPr lvl="1"/>
            <a:r>
              <a:rPr lang="en-US" altLang="en-US" sz="1800" dirty="0"/>
              <a:t>TSgt Justin Korus or SrA Faircloth</a:t>
            </a:r>
          </a:p>
          <a:p>
            <a:pPr lvl="2"/>
            <a:r>
              <a:rPr lang="en-US" altLang="en-US" sz="1600" dirty="0"/>
              <a:t>226-5990</a:t>
            </a:r>
          </a:p>
          <a:p>
            <a:pPr lvl="2"/>
            <a:r>
              <a:rPr lang="en-US" altLang="en-US" sz="1600" dirty="0"/>
              <a:t>226-5992</a:t>
            </a:r>
            <a:endParaRPr lang="en-US" altLang="en-US" sz="1800" dirty="0"/>
          </a:p>
          <a:p>
            <a:pPr lvl="1"/>
            <a:endParaRPr lang="en-US" altLang="en-US" dirty="0"/>
          </a:p>
          <a:p>
            <a:pPr lvl="1">
              <a:buFont typeface="Wingdings" panose="05000000000000000000" pitchFamily="2" charset="2"/>
              <a:buNone/>
            </a:pPr>
            <a:endParaRPr lang="en-US" altLang="en-US" dirty="0"/>
          </a:p>
        </p:txBody>
      </p:sp>
    </p:spTree>
  </p:cSld>
  <p:clrMapOvr>
    <a:masterClrMapping/>
  </p:clrMapOvr>
</p:sld>
</file>

<file path=ppt/theme/theme1.xml><?xml version="1.0" encoding="utf-8"?>
<a:theme xmlns:a="http://schemas.openxmlformats.org/drawingml/2006/main" name="8 K LH Manning Increase">
  <a:themeElements>
    <a:clrScheme name="8 K LH Manning Increase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000099"/>
      </a:folHlink>
    </a:clrScheme>
    <a:fontScheme name="8 K LH Manning Increas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FF0000"/>
            </a:solidFill>
            <a:effectLst/>
            <a:latin typeface="Times New Roman" pitchFamily="18" charset="0"/>
          </a:defRPr>
        </a:defPPr>
      </a:lstStyle>
    </a:spDef>
    <a:ln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FF0000"/>
            </a:solidFill>
            <a:effectLst/>
            <a:latin typeface="Times New Roman" pitchFamily="18" charset="0"/>
          </a:defRPr>
        </a:defPPr>
      </a:lstStyle>
    </a:lnDef>
  </a:objectDefaults>
  <a:extraClrSchemeLst>
    <a:extraClrScheme>
      <a:clrScheme name="8 K LH Manning Increas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 K LH Manning Increas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8 K LH Manning Increas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 K LH Manning Increas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 K LH Manning Increas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 K LH Manning Increas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8 K LH Manning Increas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8 K LH Manning Increase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0000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SFS Template 2</Template>
  <TotalTime>10874</TotalTime>
  <Words>1023</Words>
  <Application>Microsoft Office PowerPoint</Application>
  <PresentationFormat>On-screen Show (4:3)</PresentationFormat>
  <Paragraphs>94</Paragraphs>
  <Slides>10</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6" baseType="lpstr">
      <vt:lpstr>Arial</vt:lpstr>
      <vt:lpstr>Century Schoolbook</vt:lpstr>
      <vt:lpstr>Times New Roman</vt:lpstr>
      <vt:lpstr>Wingdings</vt:lpstr>
      <vt:lpstr>8 K LH Manning Increase</vt:lpstr>
      <vt:lpstr>MSPhotoEd.3</vt:lpstr>
      <vt:lpstr>PowerPoint Presentation</vt:lpstr>
      <vt:lpstr>OBJECTIVES</vt:lpstr>
      <vt:lpstr>ESCORT AUTHORITY</vt:lpstr>
      <vt:lpstr>SPONSORSHIP</vt:lpstr>
      <vt:lpstr>ESCORT RESPONSIBILITIES</vt:lpstr>
      <vt:lpstr>ESCORT BRIEFING</vt:lpstr>
      <vt:lpstr>ESCORT BRIEFING (DRIVERS)</vt:lpstr>
      <vt:lpstr>ESCORT VIOLATIONS</vt:lpstr>
      <vt:lpstr>ESCORTING IN RESTRICTED AREAS</vt:lpstr>
      <vt:lpstr>ESCORT TRAINING</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DUNN Computer Valued Customer</dc:creator>
  <cp:lastModifiedBy>Keoni Broad</cp:lastModifiedBy>
  <cp:revision>398</cp:revision>
  <cp:lastPrinted>2001-09-26T09:17:02Z</cp:lastPrinted>
  <dcterms:created xsi:type="dcterms:W3CDTF">2000-05-30T14:34:47Z</dcterms:created>
  <dcterms:modified xsi:type="dcterms:W3CDTF">2026-06-02T03:43:22Z</dcterms:modified>
</cp:coreProperties>
</file>